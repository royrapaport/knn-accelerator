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notesMasterIdLst>
    <p:notesMasterId r:id="rId36"/>
  </p:notesMasterIdLst>
  <p:sldIdLst>
    <p:sldId id="256" r:id="rId2"/>
    <p:sldId id="257" r:id="rId3"/>
    <p:sldId id="258" r:id="rId4"/>
    <p:sldId id="292" r:id="rId5"/>
    <p:sldId id="263" r:id="rId6"/>
    <p:sldId id="264" r:id="rId7"/>
    <p:sldId id="259" r:id="rId8"/>
    <p:sldId id="260" r:id="rId9"/>
    <p:sldId id="262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80" r:id="rId24"/>
    <p:sldId id="279" r:id="rId25"/>
    <p:sldId id="281" r:id="rId26"/>
    <p:sldId id="282" r:id="rId27"/>
    <p:sldId id="283" r:id="rId28"/>
    <p:sldId id="284" r:id="rId29"/>
    <p:sldId id="293" r:id="rId30"/>
    <p:sldId id="294" r:id="rId31"/>
    <p:sldId id="285" r:id="rId32"/>
    <p:sldId id="287" r:id="rId33"/>
    <p:sldId id="286" r:id="rId34"/>
    <p:sldId id="291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E5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 Katz" userId="0b0c20e0-bd3c-492b-91fe-04c2ccf25af7" providerId="ADAL" clId="{A8A432A0-2D45-40BA-9BE0-78978DF75128}"/>
    <pc:docChg chg="undo redo custSel addSld delSld modSld sldOrd">
      <pc:chgData name="Dan Katz" userId="0b0c20e0-bd3c-492b-91fe-04c2ccf25af7" providerId="ADAL" clId="{A8A432A0-2D45-40BA-9BE0-78978DF75128}" dt="2025-01-20T17:39:00.905" v="9374" actId="1076"/>
      <pc:docMkLst>
        <pc:docMk/>
      </pc:docMkLst>
      <pc:sldChg chg="addSp delSp modSp new mod setBg">
        <pc:chgData name="Dan Katz" userId="0b0c20e0-bd3c-492b-91fe-04c2ccf25af7" providerId="ADAL" clId="{A8A432A0-2D45-40BA-9BE0-78978DF75128}" dt="2025-01-14T09:33:31.052" v="7333"/>
        <pc:sldMkLst>
          <pc:docMk/>
          <pc:sldMk cId="2221362868" sldId="256"/>
        </pc:sldMkLst>
      </pc:sldChg>
      <pc:sldChg chg="addSp modSp new mod">
        <pc:chgData name="Dan Katz" userId="0b0c20e0-bd3c-492b-91fe-04c2ccf25af7" providerId="ADAL" clId="{A8A432A0-2D45-40BA-9BE0-78978DF75128}" dt="2025-01-14T10:12:07.196" v="7739" actId="1076"/>
        <pc:sldMkLst>
          <pc:docMk/>
          <pc:sldMk cId="691847585" sldId="257"/>
        </pc:sldMkLst>
      </pc:sldChg>
      <pc:sldChg chg="addSp modSp new mod">
        <pc:chgData name="Dan Katz" userId="0b0c20e0-bd3c-492b-91fe-04c2ccf25af7" providerId="ADAL" clId="{A8A432A0-2D45-40BA-9BE0-78978DF75128}" dt="2025-01-14T16:21:25.033" v="8533" actId="20577"/>
        <pc:sldMkLst>
          <pc:docMk/>
          <pc:sldMk cId="943839749" sldId="258"/>
        </pc:sldMkLst>
      </pc:sldChg>
      <pc:sldChg chg="addSp delSp modSp new mod">
        <pc:chgData name="Dan Katz" userId="0b0c20e0-bd3c-492b-91fe-04c2ccf25af7" providerId="ADAL" clId="{A8A432A0-2D45-40BA-9BE0-78978DF75128}" dt="2025-01-20T15:13:05.404" v="8966" actId="20577"/>
        <pc:sldMkLst>
          <pc:docMk/>
          <pc:sldMk cId="303527622" sldId="259"/>
        </pc:sldMkLst>
      </pc:sldChg>
      <pc:sldChg chg="addSp modSp new mod">
        <pc:chgData name="Dan Katz" userId="0b0c20e0-bd3c-492b-91fe-04c2ccf25af7" providerId="ADAL" clId="{A8A432A0-2D45-40BA-9BE0-78978DF75128}" dt="2025-01-17T09:14:05.116" v="8555" actId="20577"/>
        <pc:sldMkLst>
          <pc:docMk/>
          <pc:sldMk cId="1484320458" sldId="260"/>
        </pc:sldMkLst>
      </pc:sldChg>
      <pc:sldChg chg="addSp delSp modSp new del mod">
        <pc:chgData name="Dan Katz" userId="0b0c20e0-bd3c-492b-91fe-04c2ccf25af7" providerId="ADAL" clId="{A8A432A0-2D45-40BA-9BE0-78978DF75128}" dt="2025-01-14T09:45:44.996" v="7499" actId="2696"/>
        <pc:sldMkLst>
          <pc:docMk/>
          <pc:sldMk cId="2559884584" sldId="261"/>
        </pc:sldMkLst>
      </pc:sldChg>
      <pc:sldChg chg="addSp delSp modSp new mod">
        <pc:chgData name="Dan Katz" userId="0b0c20e0-bd3c-492b-91fe-04c2ccf25af7" providerId="ADAL" clId="{A8A432A0-2D45-40BA-9BE0-78978DF75128}" dt="2025-01-17T09:12:51.008" v="8538" actId="20577"/>
        <pc:sldMkLst>
          <pc:docMk/>
          <pc:sldMk cId="684418952" sldId="262"/>
        </pc:sldMkLst>
      </pc:sldChg>
      <pc:sldChg chg="addSp delSp modSp add mod ord">
        <pc:chgData name="Dan Katz" userId="0b0c20e0-bd3c-492b-91fe-04c2ccf25af7" providerId="ADAL" clId="{A8A432A0-2D45-40BA-9BE0-78978DF75128}" dt="2025-01-20T15:04:31.941" v="8848"/>
        <pc:sldMkLst>
          <pc:docMk/>
          <pc:sldMk cId="3526369842" sldId="263"/>
        </pc:sldMkLst>
      </pc:sldChg>
      <pc:sldChg chg="addSp delSp modSp add del mod ord">
        <pc:chgData name="Dan Katz" userId="0b0c20e0-bd3c-492b-91fe-04c2ccf25af7" providerId="ADAL" clId="{A8A432A0-2D45-40BA-9BE0-78978DF75128}" dt="2025-01-20T15:04:35.802" v="8850"/>
        <pc:sldMkLst>
          <pc:docMk/>
          <pc:sldMk cId="1823298523" sldId="264"/>
        </pc:sldMkLst>
      </pc:sldChg>
      <pc:sldChg chg="addSp modSp new mod">
        <pc:chgData name="Dan Katz" userId="0b0c20e0-bd3c-492b-91fe-04c2ccf25af7" providerId="ADAL" clId="{A8A432A0-2D45-40BA-9BE0-78978DF75128}" dt="2025-01-17T09:12:53.689" v="8539" actId="20577"/>
        <pc:sldMkLst>
          <pc:docMk/>
          <pc:sldMk cId="3389485533" sldId="265"/>
        </pc:sldMkLst>
      </pc:sldChg>
      <pc:sldChg chg="addSp delSp modSp new mod setBg">
        <pc:chgData name="Dan Katz" userId="0b0c20e0-bd3c-492b-91fe-04c2ccf25af7" providerId="ADAL" clId="{A8A432A0-2D45-40BA-9BE0-78978DF75128}" dt="2025-01-17T09:12:59.364" v="8540" actId="20577"/>
        <pc:sldMkLst>
          <pc:docMk/>
          <pc:sldMk cId="10040559" sldId="266"/>
        </pc:sldMkLst>
      </pc:sldChg>
      <pc:sldChg chg="addSp delSp modSp new mod">
        <pc:chgData name="Dan Katz" userId="0b0c20e0-bd3c-492b-91fe-04c2ccf25af7" providerId="ADAL" clId="{A8A432A0-2D45-40BA-9BE0-78978DF75128}" dt="2025-01-20T16:35:29.680" v="9046" actId="167"/>
        <pc:sldMkLst>
          <pc:docMk/>
          <pc:sldMk cId="592231276" sldId="267"/>
        </pc:sldMkLst>
      </pc:sldChg>
      <pc:sldChg chg="addSp delSp modSp new mod setBg delDesignElem">
        <pc:chgData name="Dan Katz" userId="0b0c20e0-bd3c-492b-91fe-04c2ccf25af7" providerId="ADAL" clId="{A8A432A0-2D45-40BA-9BE0-78978DF75128}" dt="2025-01-20T17:21:03.624" v="9349" actId="1076"/>
        <pc:sldMkLst>
          <pc:docMk/>
          <pc:sldMk cId="2545441211" sldId="268"/>
        </pc:sldMkLst>
      </pc:sldChg>
      <pc:sldChg chg="addSp delSp modSp new mod">
        <pc:chgData name="Dan Katz" userId="0b0c20e0-bd3c-492b-91fe-04c2ccf25af7" providerId="ADAL" clId="{A8A432A0-2D45-40BA-9BE0-78978DF75128}" dt="2025-01-20T16:37:31.709" v="9063" actId="1076"/>
        <pc:sldMkLst>
          <pc:docMk/>
          <pc:sldMk cId="1680277709" sldId="269"/>
        </pc:sldMkLst>
      </pc:sldChg>
      <pc:sldChg chg="addSp delSp modSp new mod">
        <pc:chgData name="Dan Katz" userId="0b0c20e0-bd3c-492b-91fe-04c2ccf25af7" providerId="ADAL" clId="{A8A432A0-2D45-40BA-9BE0-78978DF75128}" dt="2025-01-20T17:32:28.415" v="9364" actId="1076"/>
        <pc:sldMkLst>
          <pc:docMk/>
          <pc:sldMk cId="3353550999" sldId="270"/>
        </pc:sldMkLst>
      </pc:sldChg>
      <pc:sldChg chg="addSp delSp modSp new mod">
        <pc:chgData name="Dan Katz" userId="0b0c20e0-bd3c-492b-91fe-04c2ccf25af7" providerId="ADAL" clId="{A8A432A0-2D45-40BA-9BE0-78978DF75128}" dt="2025-01-20T16:40:11.367" v="9082" actId="1076"/>
        <pc:sldMkLst>
          <pc:docMk/>
          <pc:sldMk cId="4221900787" sldId="271"/>
        </pc:sldMkLst>
      </pc:sldChg>
      <pc:sldChg chg="addSp delSp modSp new mod">
        <pc:chgData name="Dan Katz" userId="0b0c20e0-bd3c-492b-91fe-04c2ccf25af7" providerId="ADAL" clId="{A8A432A0-2D45-40BA-9BE0-78978DF75128}" dt="2025-01-20T17:15:34.785" v="9307" actId="1076"/>
        <pc:sldMkLst>
          <pc:docMk/>
          <pc:sldMk cId="920896975" sldId="272"/>
        </pc:sldMkLst>
      </pc:sldChg>
      <pc:sldChg chg="addSp delSp modSp new mod">
        <pc:chgData name="Dan Katz" userId="0b0c20e0-bd3c-492b-91fe-04c2ccf25af7" providerId="ADAL" clId="{A8A432A0-2D45-40BA-9BE0-78978DF75128}" dt="2025-01-20T17:39:00.905" v="9374" actId="1076"/>
        <pc:sldMkLst>
          <pc:docMk/>
          <pc:sldMk cId="3784205534" sldId="273"/>
        </pc:sldMkLst>
      </pc:sldChg>
      <pc:sldChg chg="addSp delSp modSp new del mod">
        <pc:chgData name="Dan Katz" userId="0b0c20e0-bd3c-492b-91fe-04c2ccf25af7" providerId="ADAL" clId="{A8A432A0-2D45-40BA-9BE0-78978DF75128}" dt="2025-01-20T15:04:41.664" v="8851" actId="47"/>
        <pc:sldMkLst>
          <pc:docMk/>
          <pc:sldMk cId="2969499550" sldId="274"/>
        </pc:sldMkLst>
      </pc:sldChg>
      <pc:sldChg chg="addSp delSp modSp new mod">
        <pc:chgData name="Dan Katz" userId="0b0c20e0-bd3c-492b-91fe-04c2ccf25af7" providerId="ADAL" clId="{A8A432A0-2D45-40BA-9BE0-78978DF75128}" dt="2025-01-14T15:10:54.068" v="8071" actId="1076"/>
        <pc:sldMkLst>
          <pc:docMk/>
          <pc:sldMk cId="4120886401" sldId="275"/>
        </pc:sldMkLst>
      </pc:sldChg>
      <pc:sldChg chg="addSp delSp modSp new mod">
        <pc:chgData name="Dan Katz" userId="0b0c20e0-bd3c-492b-91fe-04c2ccf25af7" providerId="ADAL" clId="{A8A432A0-2D45-40BA-9BE0-78978DF75128}" dt="2025-01-14T15:11:16.793" v="8076" actId="1076"/>
        <pc:sldMkLst>
          <pc:docMk/>
          <pc:sldMk cId="1388061289" sldId="276"/>
        </pc:sldMkLst>
      </pc:sldChg>
      <pc:sldChg chg="addSp delSp modSp new mod">
        <pc:chgData name="Dan Katz" userId="0b0c20e0-bd3c-492b-91fe-04c2ccf25af7" providerId="ADAL" clId="{A8A432A0-2D45-40BA-9BE0-78978DF75128}" dt="2025-01-17T09:16:11.187" v="8566" actId="20577"/>
        <pc:sldMkLst>
          <pc:docMk/>
          <pc:sldMk cId="3979589448" sldId="277"/>
        </pc:sldMkLst>
      </pc:sldChg>
      <pc:sldChg chg="addSp delSp modSp new mod setBg">
        <pc:chgData name="Dan Katz" userId="0b0c20e0-bd3c-492b-91fe-04c2ccf25af7" providerId="ADAL" clId="{A8A432A0-2D45-40BA-9BE0-78978DF75128}" dt="2025-01-20T17:19:58.608" v="9348" actId="1076"/>
        <pc:sldMkLst>
          <pc:docMk/>
          <pc:sldMk cId="1503792540" sldId="278"/>
        </pc:sldMkLst>
      </pc:sldChg>
      <pc:sldChg chg="addSp delSp modSp new mod">
        <pc:chgData name="Dan Katz" userId="0b0c20e0-bd3c-492b-91fe-04c2ccf25af7" providerId="ADAL" clId="{A8A432A0-2D45-40BA-9BE0-78978DF75128}" dt="2025-01-20T17:24:22.681" v="9350" actId="732"/>
        <pc:sldMkLst>
          <pc:docMk/>
          <pc:sldMk cId="2831189539" sldId="279"/>
        </pc:sldMkLst>
      </pc:sldChg>
      <pc:sldChg chg="modSp add mod ord">
        <pc:chgData name="Dan Katz" userId="0b0c20e0-bd3c-492b-91fe-04c2ccf25af7" providerId="ADAL" clId="{A8A432A0-2D45-40BA-9BE0-78978DF75128}" dt="2025-01-17T09:16:28.734" v="8577" actId="20577"/>
        <pc:sldMkLst>
          <pc:docMk/>
          <pc:sldMk cId="1184208528" sldId="280"/>
        </pc:sldMkLst>
      </pc:sldChg>
      <pc:sldChg chg="modSp add mod ord">
        <pc:chgData name="Dan Katz" userId="0b0c20e0-bd3c-492b-91fe-04c2ccf25af7" providerId="ADAL" clId="{A8A432A0-2D45-40BA-9BE0-78978DF75128}" dt="2025-01-17T09:16:36.656" v="8588" actId="20577"/>
        <pc:sldMkLst>
          <pc:docMk/>
          <pc:sldMk cId="2046291015" sldId="281"/>
        </pc:sldMkLst>
      </pc:sldChg>
      <pc:sldChg chg="addSp delSp modSp new mod">
        <pc:chgData name="Dan Katz" userId="0b0c20e0-bd3c-492b-91fe-04c2ccf25af7" providerId="ADAL" clId="{A8A432A0-2D45-40BA-9BE0-78978DF75128}" dt="2025-01-20T16:54:34.938" v="9265" actId="1076"/>
        <pc:sldMkLst>
          <pc:docMk/>
          <pc:sldMk cId="3520466611" sldId="282"/>
        </pc:sldMkLst>
      </pc:sldChg>
      <pc:sldChg chg="addSp delSp modSp new mod">
        <pc:chgData name="Dan Katz" userId="0b0c20e0-bd3c-492b-91fe-04c2ccf25af7" providerId="ADAL" clId="{A8A432A0-2D45-40BA-9BE0-78978DF75128}" dt="2025-01-20T17:15:11.511" v="9303" actId="1076"/>
        <pc:sldMkLst>
          <pc:docMk/>
          <pc:sldMk cId="1346525597" sldId="283"/>
        </pc:sldMkLst>
      </pc:sldChg>
      <pc:sldChg chg="addSp delSp modSp new mod modAnim">
        <pc:chgData name="Dan Katz" userId="0b0c20e0-bd3c-492b-91fe-04c2ccf25af7" providerId="ADAL" clId="{A8A432A0-2D45-40BA-9BE0-78978DF75128}" dt="2025-01-20T16:57:01.983" v="9284" actId="167"/>
        <pc:sldMkLst>
          <pc:docMk/>
          <pc:sldMk cId="1475805032" sldId="284"/>
        </pc:sldMkLst>
      </pc:sldChg>
      <pc:sldChg chg="addSp modSp new mod">
        <pc:chgData name="Dan Katz" userId="0b0c20e0-bd3c-492b-91fe-04c2ccf25af7" providerId="ADAL" clId="{A8A432A0-2D45-40BA-9BE0-78978DF75128}" dt="2025-01-20T15:08:07.683" v="8870" actId="20577"/>
        <pc:sldMkLst>
          <pc:docMk/>
          <pc:sldMk cId="3887730153" sldId="285"/>
        </pc:sldMkLst>
      </pc:sldChg>
      <pc:sldChg chg="addSp delSp modSp new mod">
        <pc:chgData name="Dan Katz" userId="0b0c20e0-bd3c-492b-91fe-04c2ccf25af7" providerId="ADAL" clId="{A8A432A0-2D45-40BA-9BE0-78978DF75128}" dt="2025-01-17T09:37:44.136" v="8828" actId="20577"/>
        <pc:sldMkLst>
          <pc:docMk/>
          <pc:sldMk cId="2212686778" sldId="286"/>
        </pc:sldMkLst>
      </pc:sldChg>
      <pc:sldChg chg="addSp delSp modSp add mod">
        <pc:chgData name="Dan Katz" userId="0b0c20e0-bd3c-492b-91fe-04c2ccf25af7" providerId="ADAL" clId="{A8A432A0-2D45-40BA-9BE0-78978DF75128}" dt="2025-01-17T09:37:30.011" v="8818" actId="20577"/>
        <pc:sldMkLst>
          <pc:docMk/>
          <pc:sldMk cId="661569539" sldId="287"/>
        </pc:sldMkLst>
      </pc:sldChg>
      <pc:sldChg chg="add del">
        <pc:chgData name="Dan Katz" userId="0b0c20e0-bd3c-492b-91fe-04c2ccf25af7" providerId="ADAL" clId="{A8A432A0-2D45-40BA-9BE0-78978DF75128}" dt="2025-01-14T10:01:44.121" v="7627" actId="2696"/>
        <pc:sldMkLst>
          <pc:docMk/>
          <pc:sldMk cId="1155904988" sldId="288"/>
        </pc:sldMkLst>
      </pc:sldChg>
      <pc:sldChg chg="addSp delSp modSp new del mod">
        <pc:chgData name="Dan Katz" userId="0b0c20e0-bd3c-492b-91fe-04c2ccf25af7" providerId="ADAL" clId="{A8A432A0-2D45-40BA-9BE0-78978DF75128}" dt="2025-01-13T18:20:39.527" v="7318" actId="47"/>
        <pc:sldMkLst>
          <pc:docMk/>
          <pc:sldMk cId="3470157945" sldId="289"/>
        </pc:sldMkLst>
      </pc:sldChg>
      <pc:sldChg chg="addSp delSp modSp add del mod ord">
        <pc:chgData name="Dan Katz" userId="0b0c20e0-bd3c-492b-91fe-04c2ccf25af7" providerId="ADAL" clId="{A8A432A0-2D45-40BA-9BE0-78978DF75128}" dt="2025-01-14T09:33:46.415" v="7334" actId="2696"/>
        <pc:sldMkLst>
          <pc:docMk/>
          <pc:sldMk cId="479406583" sldId="290"/>
        </pc:sldMkLst>
      </pc:sldChg>
      <pc:sldChg chg="addSp delSp modSp add mod ord">
        <pc:chgData name="Dan Katz" userId="0b0c20e0-bd3c-492b-91fe-04c2ccf25af7" providerId="ADAL" clId="{A8A432A0-2D45-40BA-9BE0-78978DF75128}" dt="2025-01-14T15:18:59.266" v="8174"/>
        <pc:sldMkLst>
          <pc:docMk/>
          <pc:sldMk cId="800691602" sldId="291"/>
        </pc:sldMkLst>
      </pc:sldChg>
      <pc:sldChg chg="addSp delSp modSp add mod ord">
        <pc:chgData name="Dan Katz" userId="0b0c20e0-bd3c-492b-91fe-04c2ccf25af7" providerId="ADAL" clId="{A8A432A0-2D45-40BA-9BE0-78978DF75128}" dt="2025-01-20T15:04:28.073" v="8846"/>
        <pc:sldMkLst>
          <pc:docMk/>
          <pc:sldMk cId="1904785438" sldId="292"/>
        </pc:sldMkLst>
      </pc:sldChg>
      <pc:sldChg chg="addSp delSp modSp new mod">
        <pc:chgData name="Dan Katz" userId="0b0c20e0-bd3c-492b-91fe-04c2ccf25af7" providerId="ADAL" clId="{A8A432A0-2D45-40BA-9BE0-78978DF75128}" dt="2025-01-14T16:20:17.024" v="8531" actId="1076"/>
        <pc:sldMkLst>
          <pc:docMk/>
          <pc:sldMk cId="545618272" sldId="293"/>
        </pc:sldMkLst>
      </pc:sldChg>
      <pc:sldChg chg="addSp delSp modSp new mod modAnim">
        <pc:chgData name="Dan Katz" userId="0b0c20e0-bd3c-492b-91fe-04c2ccf25af7" providerId="ADAL" clId="{A8A432A0-2D45-40BA-9BE0-78978DF75128}" dt="2025-01-20T17:26:25.242" v="9356" actId="166"/>
        <pc:sldMkLst>
          <pc:docMk/>
          <pc:sldMk cId="669165359" sldId="294"/>
        </pc:sldMkLst>
      </pc:sldChg>
    </pc:docChg>
  </pc:docChgLst>
  <pc:docChgLst>
    <pc:chgData name="Roy Rapaport" userId="S::roy.rapaport@campus.technion.ac.il::23367184-cd70-4eef-bb75-02e5365d5033" providerId="AD" clId="Web-{B8CCD2AA-C836-8280-3BDA-A9780A9F09CB}"/>
    <pc:docChg chg="modSld">
      <pc:chgData name="Roy Rapaport" userId="S::roy.rapaport@campus.technion.ac.il::23367184-cd70-4eef-bb75-02e5365d5033" providerId="AD" clId="Web-{B8CCD2AA-C836-8280-3BDA-A9780A9F09CB}" dt="2025-03-27T16:26:30.773" v="2" actId="14100"/>
      <pc:docMkLst>
        <pc:docMk/>
      </pc:docMkLst>
      <pc:sldChg chg="modSp">
        <pc:chgData name="Roy Rapaport" userId="S::roy.rapaport@campus.technion.ac.il::23367184-cd70-4eef-bb75-02e5365d5033" providerId="AD" clId="Web-{B8CCD2AA-C836-8280-3BDA-A9780A9F09CB}" dt="2025-03-27T16:26:30.773" v="2" actId="14100"/>
        <pc:sldMkLst>
          <pc:docMk/>
          <pc:sldMk cId="1475805032" sldId="284"/>
        </pc:sldMkLst>
        <pc:picChg chg="mod">
          <ac:chgData name="Roy Rapaport" userId="S::roy.rapaport@campus.technion.ac.il::23367184-cd70-4eef-bb75-02e5365d5033" providerId="AD" clId="Web-{B8CCD2AA-C836-8280-3BDA-A9780A9F09CB}" dt="2025-03-27T16:26:30.773" v="2" actId="14100"/>
          <ac:picMkLst>
            <pc:docMk/>
            <pc:sldMk cId="1475805032" sldId="284"/>
            <ac:picMk id="4" creationId="{C513FA7B-1682-C806-3276-A3C196BA7ECF}"/>
          </ac:picMkLst>
        </pc:picChg>
      </pc:sldChg>
    </pc:docChg>
  </pc:docChgLst>
  <pc:docChgLst>
    <pc:chgData name="Roy Rapaport" userId="S::roy.rapaport@campus.technion.ac.il::23367184-cd70-4eef-bb75-02e5365d5033" providerId="AD" clId="Web-{FD9807BD-29DD-0811-E50D-AA93D8E0B5DE}"/>
    <pc:docChg chg="modSld">
      <pc:chgData name="Roy Rapaport" userId="S::roy.rapaport@campus.technion.ac.il::23367184-cd70-4eef-bb75-02e5365d5033" providerId="AD" clId="Web-{FD9807BD-29DD-0811-E50D-AA93D8E0B5DE}" dt="2025-03-20T14:10:50.547" v="7" actId="14100"/>
      <pc:docMkLst>
        <pc:docMk/>
      </pc:docMkLst>
      <pc:sldChg chg="modSp">
        <pc:chgData name="Roy Rapaport" userId="S::roy.rapaport@campus.technion.ac.il::23367184-cd70-4eef-bb75-02e5365d5033" providerId="AD" clId="Web-{FD9807BD-29DD-0811-E50D-AA93D8E0B5DE}" dt="2025-03-20T10:37:05.668" v="3" actId="1076"/>
        <pc:sldMkLst>
          <pc:docMk/>
          <pc:sldMk cId="303527622" sldId="259"/>
        </pc:sldMkLst>
        <pc:spChg chg="mod">
          <ac:chgData name="Roy Rapaport" userId="S::roy.rapaport@campus.technion.ac.il::23367184-cd70-4eef-bb75-02e5365d5033" providerId="AD" clId="Web-{FD9807BD-29DD-0811-E50D-AA93D8E0B5DE}" dt="2025-03-20T10:37:05.668" v="3" actId="1076"/>
          <ac:spMkLst>
            <pc:docMk/>
            <pc:sldMk cId="303527622" sldId="259"/>
            <ac:spMk id="3" creationId="{9D1EA2C4-ECE1-65E8-D12F-7F7B61ABB829}"/>
          </ac:spMkLst>
        </pc:spChg>
      </pc:sldChg>
      <pc:sldChg chg="modSp">
        <pc:chgData name="Roy Rapaport" userId="S::roy.rapaport@campus.technion.ac.il::23367184-cd70-4eef-bb75-02e5365d5033" providerId="AD" clId="Web-{FD9807BD-29DD-0811-E50D-AA93D8E0B5DE}" dt="2025-03-20T14:10:50.547" v="7" actId="14100"/>
        <pc:sldMkLst>
          <pc:docMk/>
          <pc:sldMk cId="1475805032" sldId="284"/>
        </pc:sldMkLst>
        <pc:picChg chg="mod">
          <ac:chgData name="Roy Rapaport" userId="S::roy.rapaport@campus.technion.ac.il::23367184-cd70-4eef-bb75-02e5365d5033" providerId="AD" clId="Web-{FD9807BD-29DD-0811-E50D-AA93D8E0B5DE}" dt="2025-03-20T14:10:50.547" v="7" actId="14100"/>
          <ac:picMkLst>
            <pc:docMk/>
            <pc:sldMk cId="1475805032" sldId="284"/>
            <ac:picMk id="4" creationId="{C513FA7B-1682-C806-3276-A3C196BA7ECF}"/>
          </ac:picMkLst>
        </pc:picChg>
      </pc:sldChg>
    </pc:docChg>
  </pc:docChgLst>
  <pc:docChgLst>
    <pc:chgData name="Roy Rapaport" userId="S::roy.rapaport@campus.technion.ac.il::23367184-cd70-4eef-bb75-02e5365d5033" providerId="AD" clId="Web-{D4B0A289-59FD-4BFE-59E1-393A41F75AA1}"/>
    <pc:docChg chg="modSld">
      <pc:chgData name="Roy Rapaport" userId="S::roy.rapaport@campus.technion.ac.il::23367184-cd70-4eef-bb75-02e5365d5033" providerId="AD" clId="Web-{D4B0A289-59FD-4BFE-59E1-393A41F75AA1}" dt="2025-01-18T15:40:44.360" v="0" actId="14100"/>
      <pc:docMkLst>
        <pc:docMk/>
      </pc:docMkLst>
      <pc:sldChg chg="modSp">
        <pc:chgData name="Roy Rapaport" userId="S::roy.rapaport@campus.technion.ac.il::23367184-cd70-4eef-bb75-02e5365d5033" providerId="AD" clId="Web-{D4B0A289-59FD-4BFE-59E1-393A41F75AA1}" dt="2025-01-18T15:40:44.360" v="0" actId="14100"/>
        <pc:sldMkLst>
          <pc:docMk/>
          <pc:sldMk cId="1475805032" sldId="284"/>
        </pc:sldMkLst>
      </pc:sldChg>
    </pc:docChg>
  </pc:docChgLst>
  <pc:docChgLst>
    <pc:chgData name="Dan Katz" userId="0b0c20e0-bd3c-492b-91fe-04c2ccf25af7" providerId="ADAL" clId="{0FA37F68-5078-4302-9531-DF4CCF6CC647}"/>
    <pc:docChg chg="custSel modSld">
      <pc:chgData name="Dan Katz" userId="0b0c20e0-bd3c-492b-91fe-04c2ccf25af7" providerId="ADAL" clId="{0FA37F68-5078-4302-9531-DF4CCF6CC647}" dt="2025-06-16T10:18:07.538" v="2" actId="478"/>
      <pc:docMkLst>
        <pc:docMk/>
      </pc:docMkLst>
      <pc:sldChg chg="addSp delSp modSp mod">
        <pc:chgData name="Dan Katz" userId="0b0c20e0-bd3c-492b-91fe-04c2ccf25af7" providerId="ADAL" clId="{0FA37F68-5078-4302-9531-DF4CCF6CC647}" dt="2025-06-16T10:18:07.538" v="2" actId="478"/>
        <pc:sldMkLst>
          <pc:docMk/>
          <pc:sldMk cId="3520466611" sldId="282"/>
        </pc:sldMkLst>
        <pc:spChg chg="add del mod">
          <ac:chgData name="Dan Katz" userId="0b0c20e0-bd3c-492b-91fe-04c2ccf25af7" providerId="ADAL" clId="{0FA37F68-5078-4302-9531-DF4CCF6CC647}" dt="2025-06-16T10:18:07.538" v="2" actId="478"/>
          <ac:spMkLst>
            <pc:docMk/>
            <pc:sldMk cId="3520466611" sldId="282"/>
            <ac:spMk id="5" creationId="{775F0CFF-21F5-47AA-47E2-0F2AD05F1B8E}"/>
          </ac:spMkLst>
        </pc:spChg>
        <pc:spChg chg="del">
          <ac:chgData name="Dan Katz" userId="0b0c20e0-bd3c-492b-91fe-04c2ccf25af7" providerId="ADAL" clId="{0FA37F68-5078-4302-9531-DF4CCF6CC647}" dt="2025-06-16T10:18:02.853" v="1" actId="478"/>
          <ac:spMkLst>
            <pc:docMk/>
            <pc:sldMk cId="3520466611" sldId="282"/>
            <ac:spMk id="8" creationId="{A533195D-77D1-11A3-D412-513FC7EF632E}"/>
          </ac:spMkLst>
        </pc:spChg>
        <pc:picChg chg="del">
          <ac:chgData name="Dan Katz" userId="0b0c20e0-bd3c-492b-91fe-04c2ccf25af7" providerId="ADAL" clId="{0FA37F68-5078-4302-9531-DF4CCF6CC647}" dt="2025-06-16T10:18:00.455" v="0" actId="478"/>
          <ac:picMkLst>
            <pc:docMk/>
            <pc:sldMk cId="3520466611" sldId="282"/>
            <ac:picMk id="9" creationId="{6F6AA562-0573-DEB7-2C12-8894954C2FEE}"/>
          </ac:picMkLst>
        </pc:picChg>
      </pc:sldChg>
    </pc:docChg>
  </pc:docChgLst>
  <pc:docChgLst>
    <pc:chgData name="Dan Katz" userId="0b0c20e0-bd3c-492b-91fe-04c2ccf25af7" providerId="ADAL" clId="{C0D4D2EB-02FE-4A7C-8FB0-D210CC0C79C1}"/>
    <pc:docChg chg="modSld">
      <pc:chgData name="Dan Katz" userId="0b0c20e0-bd3c-492b-91fe-04c2ccf25af7" providerId="ADAL" clId="{C0D4D2EB-02FE-4A7C-8FB0-D210CC0C79C1}" dt="2025-03-28T15:10:18.909" v="3" actId="948"/>
      <pc:docMkLst>
        <pc:docMk/>
      </pc:docMkLst>
      <pc:sldChg chg="modSp mod">
        <pc:chgData name="Dan Katz" userId="0b0c20e0-bd3c-492b-91fe-04c2ccf25af7" providerId="ADAL" clId="{C0D4D2EB-02FE-4A7C-8FB0-D210CC0C79C1}" dt="2025-03-23T16:44:34.533" v="1" actId="1036"/>
        <pc:sldMkLst>
          <pc:docMk/>
          <pc:sldMk cId="4221900787" sldId="271"/>
        </pc:sldMkLst>
        <pc:picChg chg="mod">
          <ac:chgData name="Dan Katz" userId="0b0c20e0-bd3c-492b-91fe-04c2ccf25af7" providerId="ADAL" clId="{C0D4D2EB-02FE-4A7C-8FB0-D210CC0C79C1}" dt="2025-03-23T16:44:34.533" v="1" actId="1036"/>
          <ac:picMkLst>
            <pc:docMk/>
            <pc:sldMk cId="4221900787" sldId="271"/>
            <ac:picMk id="8" creationId="{E0BBA527-73BF-EEC7-7CB4-9DF7DF7F09D9}"/>
          </ac:picMkLst>
        </pc:picChg>
      </pc:sldChg>
      <pc:sldChg chg="modSp mod">
        <pc:chgData name="Dan Katz" userId="0b0c20e0-bd3c-492b-91fe-04c2ccf25af7" providerId="ADAL" clId="{C0D4D2EB-02FE-4A7C-8FB0-D210CC0C79C1}" dt="2025-03-28T15:10:18.909" v="3" actId="948"/>
        <pc:sldMkLst>
          <pc:docMk/>
          <pc:sldMk cId="3887730153" sldId="285"/>
        </pc:sldMkLst>
        <pc:spChg chg="mod">
          <ac:chgData name="Dan Katz" userId="0b0c20e0-bd3c-492b-91fe-04c2ccf25af7" providerId="ADAL" clId="{C0D4D2EB-02FE-4A7C-8FB0-D210CC0C79C1}" dt="2025-03-28T15:10:18.909" v="3" actId="948"/>
          <ac:spMkLst>
            <pc:docMk/>
            <pc:sldMk cId="3887730153" sldId="285"/>
            <ac:spMk id="3" creationId="{22520701-0A84-3AAC-FDD4-26B0D359365D}"/>
          </ac:spMkLst>
        </pc:spChg>
      </pc:sldChg>
      <pc:sldChg chg="modSp mod">
        <pc:chgData name="Dan Katz" userId="0b0c20e0-bd3c-492b-91fe-04c2ccf25af7" providerId="ADAL" clId="{C0D4D2EB-02FE-4A7C-8FB0-D210CC0C79C1}" dt="2025-03-26T18:03:01.060" v="2" actId="1076"/>
        <pc:sldMkLst>
          <pc:docMk/>
          <pc:sldMk cId="669165359" sldId="294"/>
        </pc:sldMkLst>
        <pc:spChg chg="mod">
          <ac:chgData name="Dan Katz" userId="0b0c20e0-bd3c-492b-91fe-04c2ccf25af7" providerId="ADAL" clId="{C0D4D2EB-02FE-4A7C-8FB0-D210CC0C79C1}" dt="2025-03-26T18:03:01.060" v="2" actId="1076"/>
          <ac:spMkLst>
            <pc:docMk/>
            <pc:sldMk cId="669165359" sldId="294"/>
            <ac:spMk id="3" creationId="{3BE8AFA6-84B0-1177-117A-6CF639686AE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55F13-2067-4BFB-92FD-A3589D7B3C21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044B4-B357-44D7-B461-17FDDD0E6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044B4-B357-44D7-B461-17FDDD0E6F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14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CB0B0-0AC9-4C41-86CB-E81E9CE9B7B5}" type="datetime1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67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A4E-FCA9-4482-B822-088D70B4CDAD}" type="datetime1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970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3F07-8D55-4930-9AC8-3CBDC3E04A32}" type="datetime1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1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7931E-4EC3-4399-B294-A9C68D5E2986}" type="datetime1">
              <a:rPr lang="en-US" smtClean="0"/>
              <a:t>6/16/2025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0FFDC-0D92-44AD-8AA8-08E6ECB4EEF7}" type="datetime1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7543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ED6BB-0C72-45A3-9319-4308A5F627E2}" type="datetime1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8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0DB5E-60C3-4393-8EF7-229CF92B0142}" type="datetime1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69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62DEE-3C96-426F-8CE5-BC9006A0A33E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0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395988C-2065-48CD-A928-FB6C02EA6516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85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B5FE8-DC5A-4D4D-9860-3EAFDB9097C9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89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698EB-B0C4-4E8D-9D72-421D09CB0763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5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58BA692-34FE-4F09-B6D9-B311C8A0E023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7C61505D-2D42-43E1-9FAB-07462C1D56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94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30F81-D71E-1E05-9422-D3A6FC553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KNN Classifier Accelerator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2E59E-6669-E55B-5A8F-FA2D0029A3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Frontend Design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BF22DC-7A7D-18E4-638B-477C53673DD2}"/>
              </a:ext>
            </a:extLst>
          </p:cNvPr>
          <p:cNvSpPr txBox="1"/>
          <p:nvPr/>
        </p:nvSpPr>
        <p:spPr>
          <a:xfrm>
            <a:off x="478971" y="5753450"/>
            <a:ext cx="56170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Students: Roy Rapaport, Dan Katz</a:t>
            </a:r>
          </a:p>
          <a:p>
            <a:r>
              <a:rPr lang="en-US" b="1">
                <a:solidFill>
                  <a:schemeClr val="bg1"/>
                </a:solidFill>
              </a:rPr>
              <a:t>Supervisor: Goel Samuel</a:t>
            </a:r>
          </a:p>
        </p:txBody>
      </p:sp>
      <p:pic>
        <p:nvPicPr>
          <p:cNvPr id="8" name="Picture 7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EA3E66B8-0DBA-3ACE-6477-07B21B53D0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12" name="Picture 11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79076CD4-813C-8963-918A-43575CF62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14" name="Picture 13" descr="A logo with colorful squares&#10;&#10;Description automatically generated">
            <a:extLst>
              <a:ext uri="{FF2B5EF4-FFF2-40B4-BE49-F238E27FC236}">
                <a16:creationId xmlns:a16="http://schemas.microsoft.com/office/drawing/2014/main" id="{37266EB5-757A-AD4F-D751-C18BAD9EB3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14BE9-6A18-94F8-9D9B-5D3826A97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362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7F9A4-2E5F-9574-3C04-38A47FFFD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17973"/>
            <a:ext cx="7729728" cy="1080000"/>
          </a:xfrm>
        </p:spPr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F14E0-F20A-A30F-3F5C-2F2924C8B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KNN Algorithm</a:t>
            </a:r>
          </a:p>
          <a:p>
            <a:r>
              <a:rPr lang="en-US" sz="2000"/>
              <a:t>Project’s requirements and specifications</a:t>
            </a:r>
          </a:p>
          <a:p>
            <a:r>
              <a:rPr lang="en-US" sz="2000"/>
              <a:t>Progress review: Stages covered</a:t>
            </a:r>
          </a:p>
          <a:p>
            <a:r>
              <a:rPr lang="en-US" sz="2000"/>
              <a:t>Frontend design plan</a:t>
            </a:r>
          </a:p>
          <a:p>
            <a:r>
              <a:rPr lang="en-US" sz="2000"/>
              <a:t>Simulation tests</a:t>
            </a:r>
          </a:p>
          <a:p>
            <a:r>
              <a:rPr lang="en-US" sz="2000"/>
              <a:t>Milestones ahead</a:t>
            </a:r>
          </a:p>
        </p:txBody>
      </p:sp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A332DFA4-AD22-C77C-FE7E-9A134D861F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5" name="Picture 4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10F169D2-EADB-C8A2-4EF3-8376119D9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6" name="Picture 5" descr="A logo with colorful squares&#10;&#10;Description automatically generated">
            <a:extLst>
              <a:ext uri="{FF2B5EF4-FFF2-40B4-BE49-F238E27FC236}">
                <a16:creationId xmlns:a16="http://schemas.microsoft.com/office/drawing/2014/main" id="{BA7B0E61-4532-7EF0-0B21-8840FA57D9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EB0120-0717-9DAC-E0CF-4689AB92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4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79B79-B0E6-8FE3-8187-ABEB6F29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17973"/>
            <a:ext cx="7729728" cy="1080000"/>
          </a:xfrm>
        </p:spPr>
        <p:txBody>
          <a:bodyPr/>
          <a:lstStyle/>
          <a:p>
            <a:r>
              <a:rPr lang="en-US"/>
              <a:t>KNN Algorithm-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82CB8-46FB-DA2F-06C2-DC0A4ECBB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/>
              <a:t>Definition: </a:t>
            </a:r>
            <a:r>
              <a:rPr lang="en-US" sz="2000"/>
              <a:t>The K-nearest neighbors (KNN) is a non-parametric, supervised algorithm used for classification and regression tasks.</a:t>
            </a:r>
          </a:p>
          <a:p>
            <a:endParaRPr lang="en-US" sz="2000" b="1"/>
          </a:p>
          <a:p>
            <a:r>
              <a:rPr lang="en-US" sz="2000" b="1"/>
              <a:t>Core Idea: </a:t>
            </a:r>
            <a:r>
              <a:rPr lang="en-US" sz="2000"/>
              <a:t>KNN uses proximity to make classification or predictions about the grouping of an individual data point.</a:t>
            </a:r>
          </a:p>
        </p:txBody>
      </p:sp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14D6E615-37B3-EEB4-E4AE-DD062E6F6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5" name="Picture 4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599D7765-7BCC-442A-C7C7-6CE3F1D5B8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6" name="Picture 5" descr="A logo with colorful squares&#10;&#10;Description automatically generated">
            <a:extLst>
              <a:ext uri="{FF2B5EF4-FFF2-40B4-BE49-F238E27FC236}">
                <a16:creationId xmlns:a16="http://schemas.microsoft.com/office/drawing/2014/main" id="{8F67E93C-8EB7-3953-D723-32362DD14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B9AF1-35C6-7314-0520-65EEE208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39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2FD52-D221-5482-830C-D85067E7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3329F-278A-C869-EB13-2E793DF43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1095364"/>
            <a:ext cx="7729728" cy="1080000"/>
          </a:xfrm>
        </p:spPr>
        <p:txBody>
          <a:bodyPr/>
          <a:lstStyle/>
          <a:p>
            <a:r>
              <a:rPr lang="en-US"/>
              <a:t>KNN Algorithm-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14AAB2-E99E-E860-BE95-69CBE3A4EE69}"/>
              </a:ext>
            </a:extLst>
          </p:cNvPr>
          <p:cNvSpPr txBox="1"/>
          <p:nvPr/>
        </p:nvSpPr>
        <p:spPr>
          <a:xfrm>
            <a:off x="215900" y="6308209"/>
            <a:ext cx="683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example was taken from: https://towardsdatascience.com/</a:t>
            </a:r>
          </a:p>
        </p:txBody>
      </p:sp>
      <p:pic>
        <p:nvPicPr>
          <p:cNvPr id="3" name="Picture 2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A5D3318F-5CA3-9B5C-5098-68477B23B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273" b="11612"/>
          <a:stretch/>
        </p:blipFill>
        <p:spPr>
          <a:xfrm>
            <a:off x="4529222" y="2361262"/>
            <a:ext cx="3133553" cy="3761049"/>
          </a:xfrm>
          <a:prstGeom prst="rect">
            <a:avLst/>
          </a:prstGeom>
        </p:spPr>
      </p:pic>
      <p:pic>
        <p:nvPicPr>
          <p:cNvPr id="5" name="Picture 4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70762F03-7C76-B557-C225-FABD00267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6" name="Picture 5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80C417AF-AE78-491A-05DD-2635F560B8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7" name="Picture 6" descr="A logo with colorful squares&#10;&#10;Description automatically generated">
            <a:extLst>
              <a:ext uri="{FF2B5EF4-FFF2-40B4-BE49-F238E27FC236}">
                <a16:creationId xmlns:a16="http://schemas.microsoft.com/office/drawing/2014/main" id="{CA492DD5-9718-D569-97E5-5DF836EBE0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8BA19-D2F3-F43A-F157-7B1B08B8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8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DA11E-48B3-2297-E182-BEE88ED0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A9213-315D-04CA-19C3-0C9F2972D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5" y="1086270"/>
            <a:ext cx="7729728" cy="1080000"/>
          </a:xfrm>
        </p:spPr>
        <p:txBody>
          <a:bodyPr/>
          <a:lstStyle/>
          <a:p>
            <a:r>
              <a:rPr lang="en-US"/>
              <a:t>KNN Algorithm-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977B4C-5669-487E-FA11-0845184B1B83}"/>
              </a:ext>
            </a:extLst>
          </p:cNvPr>
          <p:cNvSpPr txBox="1"/>
          <p:nvPr/>
        </p:nvSpPr>
        <p:spPr>
          <a:xfrm>
            <a:off x="215900" y="6308209"/>
            <a:ext cx="683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example was taken from: https://towardsdatascience.com/</a:t>
            </a:r>
          </a:p>
        </p:txBody>
      </p:sp>
      <p:pic>
        <p:nvPicPr>
          <p:cNvPr id="4" name="Picture 3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0B0A2102-E718-2C26-BDDE-2F747FC83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6" r="33850" b="11612"/>
          <a:stretch/>
        </p:blipFill>
        <p:spPr>
          <a:xfrm>
            <a:off x="4406596" y="2356715"/>
            <a:ext cx="3051545" cy="3761049"/>
          </a:xfrm>
          <a:prstGeom prst="rect">
            <a:avLst/>
          </a:prstGeom>
        </p:spPr>
      </p:pic>
      <p:pic>
        <p:nvPicPr>
          <p:cNvPr id="7" name="Picture 6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B7E741B2-E39E-5C72-7DD6-4C38F9BA3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10" name="Picture 9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33FB6C52-0B43-2650-CAFD-09CEB3EFC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11" name="Picture 10" descr="A logo with colorful squares&#10;&#10;Description automatically generated">
            <a:extLst>
              <a:ext uri="{FF2B5EF4-FFF2-40B4-BE49-F238E27FC236}">
                <a16:creationId xmlns:a16="http://schemas.microsoft.com/office/drawing/2014/main" id="{736DA469-C371-A35C-E65C-CBB63EA91B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9B7A0-328F-525E-536C-85A2E8CB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369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04DEE-5DC6-6979-BA9B-108C65048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5536-3E9D-3655-91CF-33373F8CD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74398"/>
            <a:ext cx="7729728" cy="1080000"/>
          </a:xfrm>
        </p:spPr>
        <p:txBody>
          <a:bodyPr/>
          <a:lstStyle/>
          <a:p>
            <a:r>
              <a:rPr lang="en-US"/>
              <a:t>KNN Algorithm-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9C633-E131-D804-3C80-6040D91BC464}"/>
              </a:ext>
            </a:extLst>
          </p:cNvPr>
          <p:cNvSpPr txBox="1"/>
          <p:nvPr/>
        </p:nvSpPr>
        <p:spPr>
          <a:xfrm>
            <a:off x="215900" y="6308209"/>
            <a:ext cx="683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The example was taken from: https://towardsdatascience.com/</a:t>
            </a:r>
          </a:p>
        </p:txBody>
      </p:sp>
      <p:pic>
        <p:nvPicPr>
          <p:cNvPr id="5" name="Picture 4" descr="A screenshot of a computer game&#10;&#10;Description automatically generated">
            <a:extLst>
              <a:ext uri="{FF2B5EF4-FFF2-40B4-BE49-F238E27FC236}">
                <a16:creationId xmlns:a16="http://schemas.microsoft.com/office/drawing/2014/main" id="{EBB16483-1D4C-8D28-4714-B1C1E46082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72" r="-609" b="4554"/>
          <a:stretch/>
        </p:blipFill>
        <p:spPr>
          <a:xfrm>
            <a:off x="4466180" y="2371298"/>
            <a:ext cx="3004458" cy="4061400"/>
          </a:xfrm>
          <a:prstGeom prst="rect">
            <a:avLst/>
          </a:prstGeom>
        </p:spPr>
      </p:pic>
      <p:pic>
        <p:nvPicPr>
          <p:cNvPr id="6" name="Picture 5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C2C48F3D-C755-A486-7ABF-4D728F9250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7" name="Picture 6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4983B9B8-C6B0-6BDC-295A-5FF0C5069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8" name="Picture 7" descr="A logo with colorful squares&#10;&#10;Description automatically generated">
            <a:extLst>
              <a:ext uri="{FF2B5EF4-FFF2-40B4-BE49-F238E27FC236}">
                <a16:creationId xmlns:a16="http://schemas.microsoft.com/office/drawing/2014/main" id="{37C0AC9B-8B32-8CF1-F16D-D56EF8B57E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D0AC71-BECD-9550-E499-810A4838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98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1EA2C4-ECE1-65E8-D12F-7F7B61ABB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5247" y="2638044"/>
                <a:ext cx="8059479" cy="310198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000" b="1"/>
                  <a:t>Data representation: </a:t>
                </a:r>
                <a:r>
                  <a:rPr lang="en-US" sz="2000"/>
                  <a:t>Requires labeled data points in a feature space.</a:t>
                </a:r>
              </a:p>
              <a:p>
                <a:endParaRPr lang="en-US"/>
              </a:p>
              <a:p>
                <a:r>
                  <a:rPr lang="en-US" sz="2200" b="1"/>
                  <a:t>Distance Metric</a:t>
                </a:r>
                <a:r>
                  <a:rPr lang="en-US" sz="2200"/>
                  <a:t>: Determine proximity using distance measures such as:</a:t>
                </a:r>
              </a:p>
              <a:p>
                <a:pPr lvl="1"/>
                <a:r>
                  <a:rPr lang="en-US" sz="1900"/>
                  <a:t>Euclidean Distance 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9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9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sz="1900"/>
              </a:p>
              <a:p>
                <a:pPr lvl="1"/>
                <a:r>
                  <a:rPr lang="en-US" sz="1900"/>
                  <a:t>Manhattan Distance -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+|</m:t>
                    </m:r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9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900"/>
              </a:p>
              <a:p>
                <a:endParaRPr lang="en-US"/>
              </a:p>
              <a:p>
                <a:r>
                  <a:rPr lang="en-US" sz="2200" b="1"/>
                  <a:t>K selection</a:t>
                </a:r>
                <a:r>
                  <a:rPr lang="en-US" sz="2200"/>
                  <a:t>: The parameter K specifies the number of nearest neighbors which needed for decision making.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1EA2C4-ECE1-65E8-D12F-7F7B61ABB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5247" y="2638044"/>
                <a:ext cx="8059479" cy="3101983"/>
              </a:xfrm>
              <a:blipFill>
                <a:blip r:embed="rId2"/>
                <a:stretch>
                  <a:fillRect l="-681" t="-1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9BFF9DFF-8F96-1A3C-2AA6-2F04B8451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5" name="Picture 4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AFAC1FF5-FE2F-2676-EB59-7BAC41C67B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6" name="Picture 5" descr="A logo with colorful squares&#10;&#10;Description automatically generated">
            <a:extLst>
              <a:ext uri="{FF2B5EF4-FFF2-40B4-BE49-F238E27FC236}">
                <a16:creationId xmlns:a16="http://schemas.microsoft.com/office/drawing/2014/main" id="{974B4480-43B1-4637-6CCA-BF46B8B293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77C94A9-2E0C-2A33-F569-F651ACEA6A9D}"/>
              </a:ext>
            </a:extLst>
          </p:cNvPr>
          <p:cNvSpPr txBox="1">
            <a:spLocks/>
          </p:cNvSpPr>
          <p:nvPr/>
        </p:nvSpPr>
        <p:spPr>
          <a:xfrm>
            <a:off x="2231136" y="1117973"/>
            <a:ext cx="7729728" cy="1080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KNN Algorithm- How it works?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A61CC0-9B2A-088C-EF2F-29BBF326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7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01AC2-F71D-EFAE-1C9E-076FCB16B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16419"/>
            <a:ext cx="7729728" cy="1080000"/>
          </a:xfrm>
        </p:spPr>
        <p:txBody>
          <a:bodyPr/>
          <a:lstStyle/>
          <a:p>
            <a:r>
              <a:rPr lang="en-US"/>
              <a:t>KNN Algorithm-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7180-2575-D856-ED4B-6C726CF78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8289" y="2638043"/>
            <a:ext cx="8250864" cy="3975407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sz="2200" b="1"/>
              <a:t>Data preparation: </a:t>
            </a:r>
            <a:r>
              <a:rPr lang="en-US" sz="2200"/>
              <a:t>Store all training data in memory.</a:t>
            </a:r>
            <a:br>
              <a:rPr lang="en-US" sz="2200"/>
            </a:br>
            <a:r>
              <a:rPr lang="en-US" sz="2200"/>
              <a:t>In certain cases, we normalize or scale the training data to avoid biases  from differing feature magnitudes.</a:t>
            </a:r>
          </a:p>
          <a:p>
            <a:pPr marL="514350" indent="-514350">
              <a:buAutoNum type="arabicPeriod"/>
            </a:pPr>
            <a:r>
              <a:rPr lang="en-US" sz="2200" b="1"/>
              <a:t>Compute distance: </a:t>
            </a:r>
            <a:r>
              <a:rPr lang="en-US" sz="2200"/>
              <a:t>For each new test point, calculate the distance to all training points.</a:t>
            </a:r>
          </a:p>
          <a:p>
            <a:pPr marL="514350" indent="-514350">
              <a:buAutoNum type="arabicPeriod"/>
            </a:pPr>
            <a:r>
              <a:rPr lang="en-US" sz="2200" b="1"/>
              <a:t>Neighbor selection: </a:t>
            </a:r>
            <a:r>
              <a:rPr lang="en-US" sz="2200"/>
              <a:t>Identify the K closest training points based on the chosen distance metric.</a:t>
            </a:r>
          </a:p>
          <a:p>
            <a:pPr marL="514350" indent="-514350">
              <a:buAutoNum type="arabicPeriod"/>
            </a:pPr>
            <a:r>
              <a:rPr lang="en-US" sz="2200" b="1"/>
              <a:t>Predict output:</a:t>
            </a:r>
          </a:p>
          <a:p>
            <a:pPr lvl="1"/>
            <a:r>
              <a:rPr lang="en-US" sz="2100"/>
              <a:t>Classification: assign the class based on majority.</a:t>
            </a:r>
          </a:p>
          <a:p>
            <a:pPr lvl="1"/>
            <a:r>
              <a:rPr lang="en-US" sz="2100"/>
              <a:t>Regression: assign the average value of the K-nearest neighbors.</a:t>
            </a:r>
          </a:p>
          <a:p>
            <a:pPr marL="514350" indent="-514350">
              <a:buAutoNum type="arabicPeriod"/>
            </a:pPr>
            <a:endParaRPr lang="en-US"/>
          </a:p>
        </p:txBody>
      </p:sp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EDD8FBE9-CD85-08D4-DC9D-07A0EFAC3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5" name="Picture 4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078CCB9C-9EB3-2A74-5329-679969B1CB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6" name="Picture 5" descr="A logo with colorful squares&#10;&#10;Description automatically generated">
            <a:extLst>
              <a:ext uri="{FF2B5EF4-FFF2-40B4-BE49-F238E27FC236}">
                <a16:creationId xmlns:a16="http://schemas.microsoft.com/office/drawing/2014/main" id="{7EFA160F-46B8-4088-3143-04BCD4BC5C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ED8D11-E798-5547-6702-755F18DB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320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1C9BE-45DE-FF5D-2CCD-BE53BF201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17973"/>
            <a:ext cx="7729728" cy="1080000"/>
          </a:xfrm>
        </p:spPr>
        <p:txBody>
          <a:bodyPr>
            <a:normAutofit fontScale="90000"/>
          </a:bodyPr>
          <a:lstStyle/>
          <a:p>
            <a:r>
              <a:rPr lang="en-US"/>
              <a:t>Project’s Requirements and Specifications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629E71-0EFE-5BEC-9512-D92B39CAA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KNN Algorithm:</a:t>
            </a:r>
          </a:p>
          <a:p>
            <a:pPr lvl="1"/>
            <a:r>
              <a:rPr lang="en-US" sz="2000"/>
              <a:t>K: 5</a:t>
            </a:r>
          </a:p>
          <a:p>
            <a:pPr lvl="1"/>
            <a:r>
              <a:rPr lang="en-US" sz="2000"/>
              <a:t>Number of groups: 2</a:t>
            </a:r>
          </a:p>
          <a:p>
            <a:pPr lvl="1"/>
            <a:r>
              <a:rPr lang="en-US" sz="2000"/>
              <a:t>Distance Metric: Manhattan Distance</a:t>
            </a:r>
          </a:p>
          <a:p>
            <a:pPr lvl="1"/>
            <a:r>
              <a:rPr lang="en-US" sz="2000"/>
              <a:t>Number of  Train points: 128</a:t>
            </a:r>
          </a:p>
          <a:p>
            <a:pPr lvl="1"/>
            <a:r>
              <a:rPr lang="en-US" sz="2000"/>
              <a:t>Data points range: [0,1023]</a:t>
            </a:r>
          </a:p>
          <a:p>
            <a:pPr marL="457200" lvl="1" indent="0">
              <a:buNone/>
            </a:pPr>
            <a:endParaRPr lang="en-US" sz="2000"/>
          </a:p>
          <a:p>
            <a:pPr marL="457200" lvl="1" indent="0">
              <a:buNone/>
            </a:pPr>
            <a:endParaRPr lang="en-US" sz="2000"/>
          </a:p>
          <a:p>
            <a:pPr lvl="1"/>
            <a:endParaRPr lang="en-US" sz="2000"/>
          </a:p>
        </p:txBody>
      </p:sp>
      <p:pic>
        <p:nvPicPr>
          <p:cNvPr id="3" name="Picture 2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399746AE-72D5-BD03-AE47-F057370EC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4" name="Picture 3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9F4C8789-B0B4-8962-0FF6-5CBB74CE8F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5" name="Picture 4" descr="A logo with colorful squares&#10;&#10;Description automatically generated">
            <a:extLst>
              <a:ext uri="{FF2B5EF4-FFF2-40B4-BE49-F238E27FC236}">
                <a16:creationId xmlns:a16="http://schemas.microsoft.com/office/drawing/2014/main" id="{8CBFBBDB-5FA9-6BE4-80BF-6B4EAE7095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AD32D-8B1D-4DED-A1EE-451A9D233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18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B3130-4245-838D-5A0A-3393E6C5B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17973"/>
            <a:ext cx="7729728" cy="1080000"/>
          </a:xfrm>
        </p:spPr>
        <p:txBody>
          <a:bodyPr>
            <a:normAutofit fontScale="90000"/>
          </a:bodyPr>
          <a:lstStyle/>
          <a:p>
            <a:r>
              <a:rPr lang="en-US"/>
              <a:t>Project’s Requirements and Specifications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F9BC8-130E-0B9D-5F4A-8B568AC33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Technology process: TSMC 65 nm</a:t>
            </a:r>
          </a:p>
          <a:p>
            <a:r>
              <a:rPr lang="en-US" sz="2400"/>
              <a:t>Maximum area: 1.0x1.0 sq mm</a:t>
            </a:r>
          </a:p>
          <a:p>
            <a:r>
              <a:rPr lang="en-US" sz="2400"/>
              <a:t>Maximum number of I/</a:t>
            </a:r>
            <a:r>
              <a:rPr lang="en-US" sz="2400" err="1"/>
              <a:t>Os</a:t>
            </a:r>
            <a:r>
              <a:rPr lang="en-US" sz="2400"/>
              <a:t>: 48</a:t>
            </a:r>
          </a:p>
          <a:p>
            <a:r>
              <a:rPr lang="en-US" sz="2400"/>
              <a:t>Clock frequency: 100 </a:t>
            </a:r>
            <a:r>
              <a:rPr lang="en-US" sz="2400" err="1"/>
              <a:t>Mhz</a:t>
            </a:r>
            <a:endParaRPr lang="en-US" sz="2400"/>
          </a:p>
          <a:p>
            <a:r>
              <a:rPr lang="en-US" sz="2400"/>
              <a:t>Performance efficiency</a:t>
            </a:r>
          </a:p>
          <a:p>
            <a:endParaRPr lang="en-US" sz="2400"/>
          </a:p>
        </p:txBody>
      </p:sp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E92578A3-4346-937A-7D17-C5DF14F6E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5" name="Picture 4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2BA3AD6B-7A43-2B95-9641-060D27DC4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6" name="Picture 5" descr="A logo with colorful squares&#10;&#10;Description automatically generated">
            <a:extLst>
              <a:ext uri="{FF2B5EF4-FFF2-40B4-BE49-F238E27FC236}">
                <a16:creationId xmlns:a16="http://schemas.microsoft.com/office/drawing/2014/main" id="{769063B3-CF14-02BB-441C-672B074A41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0E84E-5A5E-E631-0E0E-C69A778C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85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0DAC-3608-8728-0D91-8C4343952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134812"/>
            <a:ext cx="7729728" cy="1080000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r>
              <a:rPr lang="en-US"/>
              <a:t>Progress Review: Stages Covered</a:t>
            </a:r>
            <a:br>
              <a:rPr lang="en-US"/>
            </a:br>
            <a:endParaRPr lang="en-US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7A202462-2D1E-B4B7-3CB3-582B00523A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4574" y="3028208"/>
            <a:ext cx="12894996" cy="1225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0A10D00B-76AD-D853-4A63-39769D73F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4" name="Picture 3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4F07EF73-5286-4AFE-F2EF-C6E71BDD5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5" name="Picture 4" descr="A logo with colorful squares&#10;&#10;Description automatically generated">
            <a:extLst>
              <a:ext uri="{FF2B5EF4-FFF2-40B4-BE49-F238E27FC236}">
                <a16:creationId xmlns:a16="http://schemas.microsoft.com/office/drawing/2014/main" id="{DA1666EA-F2A4-A2E9-97AE-50EB36D40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91C32-DE6F-EBFC-D850-8F5293CE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sign&#10;&#10;Description automatically generated">
            <a:extLst>
              <a:ext uri="{FF2B5EF4-FFF2-40B4-BE49-F238E27FC236}">
                <a16:creationId xmlns:a16="http://schemas.microsoft.com/office/drawing/2014/main" id="{EA491362-5189-8577-7C32-E059EC000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7" y="2265614"/>
            <a:ext cx="9601200" cy="2947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87D4BA-A3E6-B7B4-4C99-9433C33FC1A4}"/>
              </a:ext>
            </a:extLst>
          </p:cNvPr>
          <p:cNvSpPr txBox="1"/>
          <p:nvPr/>
        </p:nvSpPr>
        <p:spPr>
          <a:xfrm>
            <a:off x="3298370" y="4539753"/>
            <a:ext cx="5664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26 Inputs pins, 8 Outputs pins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14E533-3711-779C-30CA-B2FF7A027134}"/>
              </a:ext>
            </a:extLst>
          </p:cNvPr>
          <p:cNvSpPr txBox="1">
            <a:spLocks/>
          </p:cNvSpPr>
          <p:nvPr/>
        </p:nvSpPr>
        <p:spPr>
          <a:xfrm>
            <a:off x="2231136" y="1132139"/>
            <a:ext cx="7729728" cy="108000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I/O Diagram</a:t>
            </a:r>
          </a:p>
        </p:txBody>
      </p:sp>
      <p:pic>
        <p:nvPicPr>
          <p:cNvPr id="5" name="Picture 4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FA86A0F1-0E3E-6422-C8BB-8FF3872C68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11889"/>
            <a:ext cx="3981779" cy="777507"/>
          </a:xfrm>
          <a:prstGeom prst="rect">
            <a:avLst/>
          </a:prstGeom>
        </p:spPr>
      </p:pic>
      <p:pic>
        <p:nvPicPr>
          <p:cNvPr id="6" name="Picture 5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010ADA65-E719-3661-C3B9-D5E55C8A65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-1"/>
            <a:ext cx="1581150" cy="889397"/>
          </a:xfrm>
          <a:prstGeom prst="rect">
            <a:avLst/>
          </a:prstGeom>
        </p:spPr>
      </p:pic>
      <p:pic>
        <p:nvPicPr>
          <p:cNvPr id="7" name="Picture 6" descr="A logo with colorful squares&#10;&#10;Description automatically generated">
            <a:extLst>
              <a:ext uri="{FF2B5EF4-FFF2-40B4-BE49-F238E27FC236}">
                <a16:creationId xmlns:a16="http://schemas.microsoft.com/office/drawing/2014/main" id="{81E3E23B-7FF4-B23D-CE83-72B9F7EE71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0"/>
            <a:ext cx="2919227" cy="889396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48AA702-EEAF-A4FE-A24D-818605633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242"/>
              </p:ext>
            </p:extLst>
          </p:nvPr>
        </p:nvGraphicFramePr>
        <p:xfrm>
          <a:off x="4131189" y="6375271"/>
          <a:ext cx="408972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93">
                  <a:extLst>
                    <a:ext uri="{9D8B030D-6E8A-4147-A177-3AD203B41FA5}">
                      <a16:colId xmlns:a16="http://schemas.microsoft.com/office/drawing/2014/main" val="1507549251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2261667925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2248811040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2672987765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2246347647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3878243763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2892414117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219459555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3988822324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3041273230"/>
                    </a:ext>
                  </a:extLst>
                </a:gridCol>
                <a:gridCol w="371793">
                  <a:extLst>
                    <a:ext uri="{9D8B030D-6E8A-4147-A177-3AD203B41FA5}">
                      <a16:colId xmlns:a16="http://schemas.microsoft.com/office/drawing/2014/main" val="2744875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27344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2394AD25-D397-C94A-45BD-D50455BFF18C}"/>
              </a:ext>
            </a:extLst>
          </p:cNvPr>
          <p:cNvSpPr/>
          <p:nvPr/>
        </p:nvSpPr>
        <p:spPr>
          <a:xfrm>
            <a:off x="3788228" y="5432961"/>
            <a:ext cx="4684815" cy="136566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E31881-EBA9-245F-8F4D-CCC14B4272B2}"/>
              </a:ext>
            </a:extLst>
          </p:cNvPr>
          <p:cNvSpPr txBox="1"/>
          <p:nvPr/>
        </p:nvSpPr>
        <p:spPr>
          <a:xfrm>
            <a:off x="5083295" y="5379486"/>
            <a:ext cx="2025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err="1"/>
              <a:t>i_x</a:t>
            </a:r>
            <a:r>
              <a:rPr lang="en-US"/>
              <a:t>  Data Packet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27A1FCB9-BB45-E2A1-0C8D-5F141B882ADF}"/>
              </a:ext>
            </a:extLst>
          </p:cNvPr>
          <p:cNvSpPr/>
          <p:nvPr/>
        </p:nvSpPr>
        <p:spPr>
          <a:xfrm rot="5400000">
            <a:off x="6184315" y="4338676"/>
            <a:ext cx="370839" cy="370235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B49E0733-BD91-DD8C-3128-CB899CB09094}"/>
              </a:ext>
            </a:extLst>
          </p:cNvPr>
          <p:cNvSpPr/>
          <p:nvPr/>
        </p:nvSpPr>
        <p:spPr>
          <a:xfrm rot="5400000">
            <a:off x="4140208" y="5996922"/>
            <a:ext cx="369331" cy="387371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D43188-3DF0-E547-B20F-2CFA5E58FA8E}"/>
              </a:ext>
            </a:extLst>
          </p:cNvPr>
          <p:cNvSpPr txBox="1"/>
          <p:nvPr/>
        </p:nvSpPr>
        <p:spPr>
          <a:xfrm>
            <a:off x="5926450" y="5709478"/>
            <a:ext cx="886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 Value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139442-AFC0-4512-E634-86D26D1DAD3C}"/>
              </a:ext>
            </a:extLst>
          </p:cNvPr>
          <p:cNvSpPr txBox="1"/>
          <p:nvPr/>
        </p:nvSpPr>
        <p:spPr>
          <a:xfrm>
            <a:off x="3922707" y="5715287"/>
            <a:ext cx="886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Group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D60F65-A86D-265B-C68C-AE0BFDD8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31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AC82-F7C5-7601-205B-6AC3F8926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998" y="0"/>
            <a:ext cx="9000000" cy="900000"/>
          </a:xfrm>
        </p:spPr>
        <p:txBody>
          <a:bodyPr/>
          <a:lstStyle/>
          <a:p>
            <a:r>
              <a:rPr lang="en-US"/>
              <a:t>Top Level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15A59C-9B62-EA40-D6F9-F21B4E5A5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13</a:t>
            </a:fld>
            <a:endParaRPr lang="en-US"/>
          </a:p>
        </p:txBody>
      </p:sp>
      <p:pic>
        <p:nvPicPr>
          <p:cNvPr id="8" name="Content Placeholder 7" descr="A computer diagram of a computer&#10;&#10;Description automatically generated">
            <a:extLst>
              <a:ext uri="{FF2B5EF4-FFF2-40B4-BE49-F238E27FC236}">
                <a16:creationId xmlns:a16="http://schemas.microsoft.com/office/drawing/2014/main" id="{D29F383C-3D8E-93F0-142E-946EE9BF6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318" y="1125963"/>
            <a:ext cx="9594244" cy="5457717"/>
          </a:xfrm>
        </p:spPr>
      </p:pic>
    </p:spTree>
    <p:extLst>
      <p:ext uri="{BB962C8B-B14F-4D97-AF65-F5344CB8AC3E}">
        <p14:creationId xmlns:p14="http://schemas.microsoft.com/office/powerpoint/2010/main" val="2545441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6BFD7-C7B7-30E7-3D44-1F59EDBA1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00" y="0"/>
            <a:ext cx="9000000" cy="900000"/>
          </a:xfrm>
        </p:spPr>
        <p:txBody>
          <a:bodyPr>
            <a:normAutofit/>
          </a:bodyPr>
          <a:lstStyle/>
          <a:p>
            <a:r>
              <a:rPr lang="en-US"/>
              <a:t>Memory – option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F70DA7-559E-5AB4-24AA-EF372D5AF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14</a:t>
            </a:fld>
            <a:endParaRPr lang="en-US"/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25C18CD8-5D98-CB06-F73B-5214318F0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931" y="1093249"/>
            <a:ext cx="7732137" cy="5632888"/>
          </a:xfrm>
        </p:spPr>
      </p:pic>
    </p:spTree>
    <p:extLst>
      <p:ext uri="{BB962C8B-B14F-4D97-AF65-F5344CB8AC3E}">
        <p14:creationId xmlns:p14="http://schemas.microsoft.com/office/powerpoint/2010/main" val="1680277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C762-A0EB-2A18-241E-ADDF5ED7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999" y="0"/>
            <a:ext cx="9000000" cy="900000"/>
          </a:xfrm>
        </p:spPr>
        <p:txBody>
          <a:bodyPr/>
          <a:lstStyle/>
          <a:p>
            <a:r>
              <a:rPr lang="en-US"/>
              <a:t>Memory – option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A1D7CB-228E-EC09-5D52-1DD8DF39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15</a:t>
            </a:fld>
            <a:endParaRPr lang="en-US"/>
          </a:p>
        </p:txBody>
      </p:sp>
      <p:pic>
        <p:nvPicPr>
          <p:cNvPr id="16" name="Content Placeholder 15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783FFCC9-6D74-C918-5427-8459ED092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160" y="946860"/>
            <a:ext cx="6141680" cy="5791067"/>
          </a:xfrm>
        </p:spPr>
      </p:pic>
    </p:spTree>
    <p:extLst>
      <p:ext uri="{BB962C8B-B14F-4D97-AF65-F5344CB8AC3E}">
        <p14:creationId xmlns:p14="http://schemas.microsoft.com/office/powerpoint/2010/main" val="3353550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CFBA-606C-1C92-D5E3-DE5DF0D6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999" y="0"/>
            <a:ext cx="9000000" cy="900000"/>
          </a:xfrm>
        </p:spPr>
        <p:txBody>
          <a:bodyPr/>
          <a:lstStyle/>
          <a:p>
            <a:r>
              <a:rPr lang="en-US"/>
              <a:t>Distance calculator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9DBE6C-F853-D1CD-4C68-2E2DDE2AD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16</a:t>
            </a:fld>
            <a:endParaRPr lang="en-US"/>
          </a:p>
        </p:txBody>
      </p:sp>
      <p:pic>
        <p:nvPicPr>
          <p:cNvPr id="8" name="Content Placeholder 7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E0BBA527-73BF-EEC7-7CB4-9DF7DF7F0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288" y="1793853"/>
            <a:ext cx="11187421" cy="4202349"/>
          </a:xfrm>
        </p:spPr>
      </p:pic>
    </p:spTree>
    <p:extLst>
      <p:ext uri="{BB962C8B-B14F-4D97-AF65-F5344CB8AC3E}">
        <p14:creationId xmlns:p14="http://schemas.microsoft.com/office/powerpoint/2010/main" val="4221900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960E-1B9A-BA25-1574-A4BB05B35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00" y="0"/>
            <a:ext cx="9000000" cy="900000"/>
          </a:xfrm>
        </p:spPr>
        <p:txBody>
          <a:bodyPr/>
          <a:lstStyle/>
          <a:p>
            <a:r>
              <a:rPr lang="en-US"/>
              <a:t>Sort – option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9D0422-BEA4-CE12-1754-ACE2260D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17</a:t>
            </a:fld>
            <a:endParaRPr lang="en-US"/>
          </a:p>
        </p:txBody>
      </p:sp>
      <p:pic>
        <p:nvPicPr>
          <p:cNvPr id="12" name="Content Placeholder 11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CC5C54CD-C82C-4DA4-E015-AF139E66B5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99" y="1022658"/>
            <a:ext cx="11380602" cy="5708883"/>
          </a:xfrm>
        </p:spPr>
      </p:pic>
    </p:spTree>
    <p:extLst>
      <p:ext uri="{BB962C8B-B14F-4D97-AF65-F5344CB8AC3E}">
        <p14:creationId xmlns:p14="http://schemas.microsoft.com/office/powerpoint/2010/main" val="920896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31AF7-0F1F-0DAA-B8EF-CE559101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00" y="0"/>
            <a:ext cx="9000000" cy="900000"/>
          </a:xfrm>
        </p:spPr>
        <p:txBody>
          <a:bodyPr/>
          <a:lstStyle/>
          <a:p>
            <a:r>
              <a:rPr lang="en-US"/>
              <a:t>Sort – option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CEE91F-F01F-8E6C-8F60-30E976AE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18</a:t>
            </a:fld>
            <a:endParaRPr lang="en-US"/>
          </a:p>
        </p:txBody>
      </p:sp>
      <p:pic>
        <p:nvPicPr>
          <p:cNvPr id="12" name="Content Placeholder 11" descr="A screenshot of a computer&#10;&#10;Description automatically generated">
            <a:extLst>
              <a:ext uri="{FF2B5EF4-FFF2-40B4-BE49-F238E27FC236}">
                <a16:creationId xmlns:a16="http://schemas.microsoft.com/office/drawing/2014/main" id="{6E2A921E-2FF8-2016-B5D6-93449A41F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71" y="1025220"/>
            <a:ext cx="11396463" cy="5724585"/>
          </a:xfrm>
        </p:spPr>
      </p:pic>
    </p:spTree>
    <p:extLst>
      <p:ext uri="{BB962C8B-B14F-4D97-AF65-F5344CB8AC3E}">
        <p14:creationId xmlns:p14="http://schemas.microsoft.com/office/powerpoint/2010/main" val="3784205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58260-40E3-AA39-79C4-E108528E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00" y="0"/>
            <a:ext cx="9000000" cy="900000"/>
          </a:xfrm>
        </p:spPr>
        <p:txBody>
          <a:bodyPr/>
          <a:lstStyle/>
          <a:p>
            <a:r>
              <a:rPr lang="en-US" err="1"/>
              <a:t>Bitonic</a:t>
            </a:r>
            <a:r>
              <a:rPr lang="en-US"/>
              <a:t> Sort – example </a:t>
            </a:r>
          </a:p>
        </p:txBody>
      </p:sp>
      <p:pic>
        <p:nvPicPr>
          <p:cNvPr id="5" name="Content Placeholder 4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3536FA21-CC5E-CFEE-CF3D-F260C6E652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768" y="1562366"/>
            <a:ext cx="7776464" cy="471162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2A6ACF-655D-D9A8-53DD-947F107A2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86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5F93-3A97-62EE-D419-D7601BD9A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999" y="0"/>
            <a:ext cx="9000000" cy="900000"/>
          </a:xfrm>
        </p:spPr>
        <p:txBody>
          <a:bodyPr/>
          <a:lstStyle/>
          <a:p>
            <a:r>
              <a:rPr lang="en-US" err="1"/>
              <a:t>Bitonic</a:t>
            </a:r>
            <a:r>
              <a:rPr lang="en-US"/>
              <a:t> Sort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3FEBB41-5381-B29A-F719-F4F135D51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97" y="1442275"/>
            <a:ext cx="11735603" cy="4864609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C1FFB9-1643-FF1F-2A74-0607A230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061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7888-1FF7-45CC-B6F1-6707ED395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999" y="-2525"/>
            <a:ext cx="9000000" cy="900000"/>
          </a:xfrm>
        </p:spPr>
        <p:txBody>
          <a:bodyPr>
            <a:normAutofit/>
          </a:bodyPr>
          <a:lstStyle/>
          <a:p>
            <a:r>
              <a:rPr lang="en-US" err="1"/>
              <a:t>Bitonic</a:t>
            </a:r>
            <a:r>
              <a:rPr lang="en-US"/>
              <a:t> Sort – phase 1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9CBCF82-FB58-2056-49A1-1B0DDF539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98" y="1454150"/>
            <a:ext cx="11735603" cy="4864609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FE16E3-0FE9-F754-2A47-A7A8A58FC3A9}"/>
              </a:ext>
            </a:extLst>
          </p:cNvPr>
          <p:cNvSpPr/>
          <p:nvPr/>
        </p:nvSpPr>
        <p:spPr>
          <a:xfrm>
            <a:off x="317500" y="1567543"/>
            <a:ext cx="2876550" cy="468481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3D2C61-059A-31B3-93D6-4F65E0BFDB1D}"/>
              </a:ext>
            </a:extLst>
          </p:cNvPr>
          <p:cNvSpPr txBox="1"/>
          <p:nvPr/>
        </p:nvSpPr>
        <p:spPr>
          <a:xfrm>
            <a:off x="1347850" y="1112055"/>
            <a:ext cx="119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Phase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FFF972-CC27-F799-A7CF-8035B493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89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a computer&#10;&#10;Description automatically generated">
            <a:extLst>
              <a:ext uri="{FF2B5EF4-FFF2-40B4-BE49-F238E27FC236}">
                <a16:creationId xmlns:a16="http://schemas.microsoft.com/office/drawing/2014/main" id="{1780BEDE-435A-337F-3884-AAEB4B0EC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5" t="12278" r="29757" b="9700"/>
          <a:stretch/>
        </p:blipFill>
        <p:spPr>
          <a:xfrm>
            <a:off x="149154" y="3780817"/>
            <a:ext cx="4708187" cy="2918298"/>
          </a:xfrm>
          <a:prstGeom prst="rect">
            <a:avLst/>
          </a:prstGeom>
        </p:spPr>
      </p:pic>
      <p:pic>
        <p:nvPicPr>
          <p:cNvPr id="11" name="Content Placeholder 10" descr="A diagram of a computer&#10;&#10;Description automatically generated">
            <a:extLst>
              <a:ext uri="{FF2B5EF4-FFF2-40B4-BE49-F238E27FC236}">
                <a16:creationId xmlns:a16="http://schemas.microsoft.com/office/drawing/2014/main" id="{5D94DBCB-D854-D6FF-600F-2704F1568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8" t="1630" r="5458" b="3404"/>
          <a:stretch/>
        </p:blipFill>
        <p:spPr>
          <a:xfrm>
            <a:off x="149155" y="0"/>
            <a:ext cx="4708187" cy="3780817"/>
          </a:xfr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A3C568F-6C8F-9970-CB7F-26A0EAA7E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631" y="0"/>
            <a:ext cx="5382514" cy="678348"/>
          </a:xfrm>
        </p:spPr>
        <p:txBody>
          <a:bodyPr>
            <a:normAutofit fontScale="90000"/>
          </a:bodyPr>
          <a:lstStyle/>
          <a:p>
            <a:r>
              <a:rPr lang="en-US"/>
              <a:t>Bitonic Sort –PHASE 1</a:t>
            </a:r>
          </a:p>
        </p:txBody>
      </p:sp>
      <p:pic>
        <p:nvPicPr>
          <p:cNvPr id="2" name="Content Placeholder 4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3B1FCB94-B452-63D4-3639-EB2A92B73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906" y="3058165"/>
            <a:ext cx="5081964" cy="30790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A5C4CB-0E49-753A-BB85-BB0AF314C1D4}"/>
              </a:ext>
            </a:extLst>
          </p:cNvPr>
          <p:cNvSpPr/>
          <p:nvPr/>
        </p:nvSpPr>
        <p:spPr>
          <a:xfrm>
            <a:off x="7432848" y="3133539"/>
            <a:ext cx="1084521" cy="2928323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91CC4-B6F5-5D40-2068-79055842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792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6913-BE5B-EABE-D5B7-6C749596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7174-BFFE-6707-2F15-E47B5CBE6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999" y="0"/>
            <a:ext cx="9000000" cy="900000"/>
          </a:xfrm>
        </p:spPr>
        <p:txBody>
          <a:bodyPr>
            <a:normAutofit/>
          </a:bodyPr>
          <a:lstStyle/>
          <a:p>
            <a:r>
              <a:rPr lang="en-US" err="1"/>
              <a:t>Bitonic</a:t>
            </a:r>
            <a:r>
              <a:rPr lang="en-US"/>
              <a:t> Sort – phase 2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DF2FA9B-1311-EBD3-4C36-740C20CAB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98" y="1454150"/>
            <a:ext cx="11735603" cy="4864609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6B2745-A281-35F9-E31A-B76347DDD65F}"/>
              </a:ext>
            </a:extLst>
          </p:cNvPr>
          <p:cNvSpPr/>
          <p:nvPr/>
        </p:nvSpPr>
        <p:spPr>
          <a:xfrm>
            <a:off x="2990850" y="1590358"/>
            <a:ext cx="2527300" cy="468481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6B66DB-F55E-F8AA-FDB2-6D75099C3C24}"/>
              </a:ext>
            </a:extLst>
          </p:cNvPr>
          <p:cNvSpPr txBox="1"/>
          <p:nvPr/>
        </p:nvSpPr>
        <p:spPr>
          <a:xfrm>
            <a:off x="3753015" y="1102616"/>
            <a:ext cx="119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Phase 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70D7C9-12D5-B548-843F-AC91B6BE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08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5E03C1B-ED76-9B50-0E77-E66E9F5A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8311" y="0"/>
            <a:ext cx="5382514" cy="678348"/>
          </a:xfrm>
        </p:spPr>
        <p:txBody>
          <a:bodyPr>
            <a:normAutofit fontScale="90000"/>
          </a:bodyPr>
          <a:lstStyle/>
          <a:p>
            <a:r>
              <a:rPr lang="en-US" err="1"/>
              <a:t>Bitonic</a:t>
            </a:r>
            <a:r>
              <a:rPr lang="en-US"/>
              <a:t> Sort –PHASE 2</a:t>
            </a:r>
          </a:p>
        </p:txBody>
      </p:sp>
      <p:pic>
        <p:nvPicPr>
          <p:cNvPr id="2" name="Content Placeholder 4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1A065789-F43B-F6E6-217C-9C430A802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586" y="3059567"/>
            <a:ext cx="5081964" cy="307907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3EB0FD1-23B9-E91E-11B7-F7F53BEBFF87}"/>
              </a:ext>
            </a:extLst>
          </p:cNvPr>
          <p:cNvSpPr/>
          <p:nvPr/>
        </p:nvSpPr>
        <p:spPr>
          <a:xfrm>
            <a:off x="8271958" y="3153075"/>
            <a:ext cx="1420240" cy="2892056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0C821-AA46-0935-152D-4FCCA20B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24</a:t>
            </a:fld>
            <a:endParaRPr lang="en-US"/>
          </a:p>
        </p:txBody>
      </p:sp>
      <p:pic>
        <p:nvPicPr>
          <p:cNvPr id="11" name="Content Placeholder 10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78E4A041-1F96-50A2-091F-A5A58183F0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8" y="2849934"/>
            <a:ext cx="4068232" cy="3868366"/>
          </a:xfrm>
        </p:spPr>
      </p:pic>
      <p:pic>
        <p:nvPicPr>
          <p:cNvPr id="13" name="Picture 12" descr="A diagram of a computer&#10;&#10;Description automatically generated">
            <a:extLst>
              <a:ext uri="{FF2B5EF4-FFF2-40B4-BE49-F238E27FC236}">
                <a16:creationId xmlns:a16="http://schemas.microsoft.com/office/drawing/2014/main" id="{54043995-DA4B-BF71-E3B7-25C93D8C2F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1" r="347" b="6303"/>
          <a:stretch/>
        </p:blipFill>
        <p:spPr>
          <a:xfrm>
            <a:off x="14969" y="0"/>
            <a:ext cx="4068232" cy="357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89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34348-AFE0-2FFE-B59A-B77AE491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C244-F1B1-AD82-47A7-9C1746CBA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999" y="0"/>
            <a:ext cx="9000000" cy="900000"/>
          </a:xfrm>
        </p:spPr>
        <p:txBody>
          <a:bodyPr>
            <a:normAutofit/>
          </a:bodyPr>
          <a:lstStyle/>
          <a:p>
            <a:r>
              <a:rPr lang="en-US" err="1"/>
              <a:t>Bitonic</a:t>
            </a:r>
            <a:r>
              <a:rPr lang="en-US"/>
              <a:t> Sort – phase 3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CC692A2-3438-FA15-CDA6-A581A970F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98" y="1454150"/>
            <a:ext cx="11735603" cy="4864609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7A08DBD-B182-1840-6E5D-7C04768E338D}"/>
              </a:ext>
            </a:extLst>
          </p:cNvPr>
          <p:cNvSpPr/>
          <p:nvPr/>
        </p:nvSpPr>
        <p:spPr>
          <a:xfrm>
            <a:off x="5562600" y="1544046"/>
            <a:ext cx="6191250" cy="4684816"/>
          </a:xfrm>
          <a:prstGeom prst="rect">
            <a:avLst/>
          </a:prstGeom>
          <a:noFill/>
          <a:ln w="38100">
            <a:solidFill>
              <a:srgbClr val="C0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F2988A-6388-3FA4-CD36-E55CB4462116}"/>
              </a:ext>
            </a:extLst>
          </p:cNvPr>
          <p:cNvSpPr txBox="1"/>
          <p:nvPr/>
        </p:nvSpPr>
        <p:spPr>
          <a:xfrm>
            <a:off x="8142350" y="1098988"/>
            <a:ext cx="1193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Phase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D2BC5E-0AA3-E1C9-C8C7-C1F5C274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91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A7B8113D-8DD5-ED3D-6AC6-B7E8A4632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2" r="3769"/>
          <a:stretch/>
        </p:blipFill>
        <p:spPr>
          <a:xfrm>
            <a:off x="26417" y="3362122"/>
            <a:ext cx="8409404" cy="3390756"/>
          </a:xfrm>
        </p:spPr>
      </p:pic>
      <p:pic>
        <p:nvPicPr>
          <p:cNvPr id="22" name="Picture 21" descr="A diagram of a block diagram&#10;&#10;Description automatically generated">
            <a:extLst>
              <a:ext uri="{FF2B5EF4-FFF2-40B4-BE49-F238E27FC236}">
                <a16:creationId xmlns:a16="http://schemas.microsoft.com/office/drawing/2014/main" id="{10738332-190C-3C86-A311-38E4DCAF7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7" r="3823"/>
          <a:stretch/>
        </p:blipFill>
        <p:spPr>
          <a:xfrm>
            <a:off x="26417" y="455411"/>
            <a:ext cx="8420522" cy="320739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669897AF-6D8C-8741-A89D-69039C9618AA}"/>
              </a:ext>
            </a:extLst>
          </p:cNvPr>
          <p:cNvSpPr/>
          <p:nvPr/>
        </p:nvSpPr>
        <p:spPr>
          <a:xfrm>
            <a:off x="11210465" y="3979203"/>
            <a:ext cx="273050" cy="5715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3FAAF1-1097-0C7D-65A4-0BBA145AA81E}"/>
              </a:ext>
            </a:extLst>
          </p:cNvPr>
          <p:cNvSpPr/>
          <p:nvPr/>
        </p:nvSpPr>
        <p:spPr>
          <a:xfrm>
            <a:off x="11209146" y="4538249"/>
            <a:ext cx="273050" cy="5715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F0C1BA-20D1-46D6-E8B5-81D65699ACFE}"/>
              </a:ext>
            </a:extLst>
          </p:cNvPr>
          <p:cNvSpPr/>
          <p:nvPr/>
        </p:nvSpPr>
        <p:spPr>
          <a:xfrm>
            <a:off x="11219861" y="5646420"/>
            <a:ext cx="273050" cy="5715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4F2451-F3D2-423F-8622-6BE9D4783AFF}"/>
              </a:ext>
            </a:extLst>
          </p:cNvPr>
          <p:cNvSpPr/>
          <p:nvPr/>
        </p:nvSpPr>
        <p:spPr>
          <a:xfrm>
            <a:off x="10095872" y="3992763"/>
            <a:ext cx="1691860" cy="2317750"/>
          </a:xfrm>
          <a:prstGeom prst="rect">
            <a:avLst/>
          </a:prstGeom>
          <a:noFill/>
          <a:ln w="38100">
            <a:solidFill>
              <a:srgbClr val="92D05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60F753-DDDA-1EDB-A5E9-FB0F974E9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466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CCBA-1F39-F719-DC99-8459F2CAB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000" y="-15284"/>
            <a:ext cx="9000000" cy="900000"/>
          </a:xfrm>
        </p:spPr>
        <p:txBody>
          <a:bodyPr/>
          <a:lstStyle/>
          <a:p>
            <a:r>
              <a:rPr lang="en-US"/>
              <a:t>Group DECIDER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238362-BB1B-2C8D-B7DA-058ADF51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27</a:t>
            </a:fld>
            <a:endParaRPr lang="en-US"/>
          </a:p>
        </p:txBody>
      </p:sp>
      <p:pic>
        <p:nvPicPr>
          <p:cNvPr id="12" name="Content Placeholder 11" descr="A computer screen with a diagram&#10;&#10;Description automatically generated">
            <a:extLst>
              <a:ext uri="{FF2B5EF4-FFF2-40B4-BE49-F238E27FC236}">
                <a16:creationId xmlns:a16="http://schemas.microsoft.com/office/drawing/2014/main" id="{8F0B42A4-F307-F7A1-6A42-F68E77789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615" y="1201483"/>
            <a:ext cx="10746770" cy="5265250"/>
          </a:xfrm>
        </p:spPr>
      </p:pic>
    </p:spTree>
    <p:extLst>
      <p:ext uri="{BB962C8B-B14F-4D97-AF65-F5344CB8AC3E}">
        <p14:creationId xmlns:p14="http://schemas.microsoft.com/office/powerpoint/2010/main" val="1346525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 descr="A screenshot of a computer&#10;&#10;Description automatically generated">
            <a:extLst>
              <a:ext uri="{FF2B5EF4-FFF2-40B4-BE49-F238E27FC236}">
                <a16:creationId xmlns:a16="http://schemas.microsoft.com/office/drawing/2014/main" id="{293C96F7-0295-E2E1-9CA6-CEF129CDD8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942" y="1377559"/>
            <a:ext cx="12199298" cy="4917528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BD521F-D9BC-CE17-8534-CDC65EEE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999" y="3413"/>
            <a:ext cx="9000000" cy="900000"/>
          </a:xfrm>
        </p:spPr>
        <p:txBody>
          <a:bodyPr/>
          <a:lstStyle/>
          <a:p>
            <a:r>
              <a:rPr lang="en-US"/>
              <a:t>CONTROLLER</a:t>
            </a:r>
          </a:p>
        </p:txBody>
      </p:sp>
      <p:pic>
        <p:nvPicPr>
          <p:cNvPr id="4" name="Picture 3" descr="A computer screen shot of a diagram&#10;&#10;Description automatically generated with medium confidence">
            <a:extLst>
              <a:ext uri="{FF2B5EF4-FFF2-40B4-BE49-F238E27FC236}">
                <a16:creationId xmlns:a16="http://schemas.microsoft.com/office/drawing/2014/main" id="{C513FA7B-1682-C806-3276-A3C196BA7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539" y="-1"/>
            <a:ext cx="3605261" cy="12819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F2BDD-8391-4EBD-45D1-F3BFDBD28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peech Bubble: Oval 4">
                <a:extLst>
                  <a:ext uri="{FF2B5EF4-FFF2-40B4-BE49-F238E27FC236}">
                    <a16:creationId xmlns:a16="http://schemas.microsoft.com/office/drawing/2014/main" id="{64A37870-D96E-99C7-A07F-F7F1AF6CDA18}"/>
                  </a:ext>
                </a:extLst>
              </p:cNvPr>
              <p:cNvSpPr/>
              <p:nvPr/>
            </p:nvSpPr>
            <p:spPr>
              <a:xfrm>
                <a:off x="10367158" y="149629"/>
                <a:ext cx="1824842" cy="1305097"/>
              </a:xfrm>
              <a:prstGeom prst="wedgeEllipseCallou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Euclidean distance: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800" b="0" i="1" smtClean="0">
                                <a:ln>
                                  <a:solidFill>
                                    <a:sysClr val="windowText" lastClr="000000"/>
                                  </a:solidFill>
                                </a:ln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+|</m:t>
                    </m:r>
                    <m:sSub>
                      <m:sSubPr>
                        <m:ctrlPr>
                          <a:rPr lang="en-US" sz="1800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smtClean="0">
                            <a:ln>
                              <a:solidFill>
                                <a:sysClr val="windowText" lastClr="000000"/>
                              </a:solidFill>
                            </a:ln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180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  <a:p>
                <a:pPr algn="ctr"/>
                <a:endParaRPr lang="en-US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>
                    <a:ln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" name="Speech Bubble: Oval 4">
                <a:extLst>
                  <a:ext uri="{FF2B5EF4-FFF2-40B4-BE49-F238E27FC236}">
                    <a16:creationId xmlns:a16="http://schemas.microsoft.com/office/drawing/2014/main" id="{64A37870-D96E-99C7-A07F-F7F1AF6CDA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7158" y="149629"/>
                <a:ext cx="1824842" cy="1305097"/>
              </a:xfrm>
              <a:prstGeom prst="wedgeEllipseCallou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805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2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9F8B26B-1C7A-BED8-DC70-D8CF0650C8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7"/>
          <a:stretch/>
        </p:blipFill>
        <p:spPr>
          <a:xfrm>
            <a:off x="151100" y="2707574"/>
            <a:ext cx="11889800" cy="342915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5472B3-465F-8022-487A-72EB514EF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77509"/>
            <a:ext cx="7729728" cy="1080000"/>
          </a:xfrm>
        </p:spPr>
        <p:txBody>
          <a:bodyPr/>
          <a:lstStyle/>
          <a:p>
            <a:r>
              <a:rPr lang="en-US"/>
              <a:t>Waveform diagram </a:t>
            </a:r>
          </a:p>
        </p:txBody>
      </p:sp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2ED4ADDC-93D1-1416-B744-20BAB01BE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22522"/>
            <a:ext cx="3981779" cy="777507"/>
          </a:xfrm>
          <a:prstGeom prst="rect">
            <a:avLst/>
          </a:prstGeom>
        </p:spPr>
      </p:pic>
      <p:pic>
        <p:nvPicPr>
          <p:cNvPr id="5" name="Picture 4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378F905F-5693-FD2A-3697-282A1795D6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10632"/>
            <a:ext cx="1581150" cy="889397"/>
          </a:xfrm>
          <a:prstGeom prst="rect">
            <a:avLst/>
          </a:prstGeom>
        </p:spPr>
      </p:pic>
      <p:pic>
        <p:nvPicPr>
          <p:cNvPr id="6" name="Picture 5" descr="A logo with colorful squares&#10;&#10;Description automatically generated">
            <a:extLst>
              <a:ext uri="{FF2B5EF4-FFF2-40B4-BE49-F238E27FC236}">
                <a16:creationId xmlns:a16="http://schemas.microsoft.com/office/drawing/2014/main" id="{0AD09498-94B2-EB58-6039-118357222D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10633"/>
            <a:ext cx="2919227" cy="889396"/>
          </a:xfrm>
          <a:prstGeom prst="rect">
            <a:avLst/>
          </a:prstGeom>
        </p:spPr>
      </p:pic>
      <p:sp>
        <p:nvSpPr>
          <p:cNvPr id="16" name="Left Brace 15">
            <a:extLst>
              <a:ext uri="{FF2B5EF4-FFF2-40B4-BE49-F238E27FC236}">
                <a16:creationId xmlns:a16="http://schemas.microsoft.com/office/drawing/2014/main" id="{29933E42-39F3-5825-C4DD-27966E637D05}"/>
              </a:ext>
            </a:extLst>
          </p:cNvPr>
          <p:cNvSpPr/>
          <p:nvPr/>
        </p:nvSpPr>
        <p:spPr>
          <a:xfrm rot="5400000">
            <a:off x="5381746" y="1423558"/>
            <a:ext cx="197429" cy="4572000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DE17F886-DA02-C264-09E8-9647801FAE26}"/>
              </a:ext>
            </a:extLst>
          </p:cNvPr>
          <p:cNvSpPr/>
          <p:nvPr/>
        </p:nvSpPr>
        <p:spPr>
          <a:xfrm rot="5400000">
            <a:off x="8579178" y="2798126"/>
            <a:ext cx="197427" cy="182286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B19B716E-A337-6C9F-871F-3B6058F87C76}"/>
              </a:ext>
            </a:extLst>
          </p:cNvPr>
          <p:cNvSpPr/>
          <p:nvPr/>
        </p:nvSpPr>
        <p:spPr>
          <a:xfrm rot="5400000">
            <a:off x="4472728" y="3172636"/>
            <a:ext cx="197429" cy="4525612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8413AA30-BCEE-9239-FC4E-E6A0F7C7561F}"/>
              </a:ext>
            </a:extLst>
          </p:cNvPr>
          <p:cNvSpPr/>
          <p:nvPr/>
        </p:nvSpPr>
        <p:spPr>
          <a:xfrm rot="5400000">
            <a:off x="8579178" y="4524012"/>
            <a:ext cx="197427" cy="182286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F06CD5E4-F1B2-EFFE-DCAE-D65908478B7A}"/>
              </a:ext>
            </a:extLst>
          </p:cNvPr>
          <p:cNvSpPr/>
          <p:nvPr/>
        </p:nvSpPr>
        <p:spPr>
          <a:xfrm rot="5400000">
            <a:off x="7201638" y="4969338"/>
            <a:ext cx="197430" cy="932210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1C9F01-B86B-ED59-5E4A-B365C7DA9DA5}"/>
              </a:ext>
            </a:extLst>
          </p:cNvPr>
          <p:cNvSpPr txBox="1"/>
          <p:nvPr/>
        </p:nvSpPr>
        <p:spPr>
          <a:xfrm>
            <a:off x="4855026" y="3316631"/>
            <a:ext cx="12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128 cycles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4DEB7C-C726-CC1C-2663-5478DEA05D46}"/>
              </a:ext>
            </a:extLst>
          </p:cNvPr>
          <p:cNvSpPr txBox="1"/>
          <p:nvPr/>
        </p:nvSpPr>
        <p:spPr>
          <a:xfrm>
            <a:off x="8157350" y="3316631"/>
            <a:ext cx="12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32 cycles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E6D717-FC8F-03BE-34F5-1DFB2A2B7B3D}"/>
              </a:ext>
            </a:extLst>
          </p:cNvPr>
          <p:cNvSpPr txBox="1"/>
          <p:nvPr/>
        </p:nvSpPr>
        <p:spPr>
          <a:xfrm>
            <a:off x="3950955" y="5029751"/>
            <a:ext cx="12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128 cycles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DD7BA1-00CE-1F63-1B57-64BEEEF4CF33}"/>
              </a:ext>
            </a:extLst>
          </p:cNvPr>
          <p:cNvSpPr txBox="1"/>
          <p:nvPr/>
        </p:nvSpPr>
        <p:spPr>
          <a:xfrm>
            <a:off x="8157350" y="5044835"/>
            <a:ext cx="12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32 cycles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C8488E-8A25-9F0A-BF7B-741964F6660C}"/>
              </a:ext>
            </a:extLst>
          </p:cNvPr>
          <p:cNvSpPr txBox="1"/>
          <p:nvPr/>
        </p:nvSpPr>
        <p:spPr>
          <a:xfrm>
            <a:off x="6650335" y="5044835"/>
            <a:ext cx="12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1 cycle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C6D416-0C02-E65D-14A3-5FBF09F0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18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BE00BB15-96F3-8005-A2AD-40DDFCC7A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22522"/>
            <a:ext cx="3981779" cy="777507"/>
          </a:xfrm>
          <a:prstGeom prst="rect">
            <a:avLst/>
          </a:prstGeom>
        </p:spPr>
      </p:pic>
      <p:pic>
        <p:nvPicPr>
          <p:cNvPr id="5" name="Picture 4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AAE86D96-4737-5B6D-E676-B78D0AB76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10632"/>
            <a:ext cx="1581150" cy="889397"/>
          </a:xfrm>
          <a:prstGeom prst="rect">
            <a:avLst/>
          </a:prstGeom>
        </p:spPr>
      </p:pic>
      <p:pic>
        <p:nvPicPr>
          <p:cNvPr id="6" name="Picture 5" descr="A logo with colorful squares&#10;&#10;Description automatically generated">
            <a:extLst>
              <a:ext uri="{FF2B5EF4-FFF2-40B4-BE49-F238E27FC236}">
                <a16:creationId xmlns:a16="http://schemas.microsoft.com/office/drawing/2014/main" id="{D43DEBA0-F8E1-8C32-EE65-0FC330A4FF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10633"/>
            <a:ext cx="2919227" cy="889396"/>
          </a:xfrm>
          <a:prstGeom prst="rect">
            <a:avLst/>
          </a:prstGeom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B72E641-5F4A-5212-5F76-5554941794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81308" y="2157331"/>
            <a:ext cx="11147917" cy="4621002"/>
          </a:xfr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2FA1D4E-0919-B09D-3DDB-F8E10E31F177}"/>
              </a:ext>
            </a:extLst>
          </p:cNvPr>
          <p:cNvSpPr/>
          <p:nvPr/>
        </p:nvSpPr>
        <p:spPr>
          <a:xfrm>
            <a:off x="1868856" y="5627199"/>
            <a:ext cx="178130" cy="184067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8A428E4-2182-1DAD-2DCD-3A2AFE950286}"/>
              </a:ext>
            </a:extLst>
          </p:cNvPr>
          <p:cNvCxnSpPr>
            <a:cxnSpLocks/>
          </p:cNvCxnSpPr>
          <p:nvPr/>
        </p:nvCxnSpPr>
        <p:spPr>
          <a:xfrm>
            <a:off x="2019300" y="5753100"/>
            <a:ext cx="244475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9F6AE4-D669-32CC-8B98-A5EE11AEBC07}"/>
              </a:ext>
            </a:extLst>
          </p:cNvPr>
          <p:cNvCxnSpPr>
            <a:cxnSpLocks/>
          </p:cNvCxnSpPr>
          <p:nvPr/>
        </p:nvCxnSpPr>
        <p:spPr>
          <a:xfrm>
            <a:off x="2231136" y="5753100"/>
            <a:ext cx="0" cy="231775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99DE91-7DD2-FCEF-80FC-F76CB4B6B87A}"/>
              </a:ext>
            </a:extLst>
          </p:cNvPr>
          <p:cNvCxnSpPr>
            <a:cxnSpLocks/>
          </p:cNvCxnSpPr>
          <p:nvPr/>
        </p:nvCxnSpPr>
        <p:spPr>
          <a:xfrm>
            <a:off x="2200275" y="5953125"/>
            <a:ext cx="809625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4939A9-0E6A-BA2D-25A1-F207C5FB165D}"/>
              </a:ext>
            </a:extLst>
          </p:cNvPr>
          <p:cNvCxnSpPr>
            <a:cxnSpLocks/>
          </p:cNvCxnSpPr>
          <p:nvPr/>
        </p:nvCxnSpPr>
        <p:spPr>
          <a:xfrm>
            <a:off x="2984500" y="5913663"/>
            <a:ext cx="0" cy="350612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F94F123-D8B4-EF93-9C23-28925273A1E7}"/>
              </a:ext>
            </a:extLst>
          </p:cNvPr>
          <p:cNvCxnSpPr>
            <a:cxnSpLocks/>
          </p:cNvCxnSpPr>
          <p:nvPr/>
        </p:nvCxnSpPr>
        <p:spPr>
          <a:xfrm>
            <a:off x="3009900" y="6226175"/>
            <a:ext cx="368300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106E466-2D72-5C9B-CE3E-2C535B1E29A8}"/>
              </a:ext>
            </a:extLst>
          </p:cNvPr>
          <p:cNvCxnSpPr>
            <a:cxnSpLocks/>
          </p:cNvCxnSpPr>
          <p:nvPr/>
        </p:nvCxnSpPr>
        <p:spPr>
          <a:xfrm>
            <a:off x="3333750" y="5984875"/>
            <a:ext cx="0" cy="276225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5B45296-D368-3343-89B8-34399AA96752}"/>
              </a:ext>
            </a:extLst>
          </p:cNvPr>
          <p:cNvCxnSpPr>
            <a:cxnSpLocks/>
          </p:cNvCxnSpPr>
          <p:nvPr/>
        </p:nvCxnSpPr>
        <p:spPr>
          <a:xfrm>
            <a:off x="3295650" y="6013450"/>
            <a:ext cx="892175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77C407E-58B3-BB47-5157-7D542E235E0A}"/>
              </a:ext>
            </a:extLst>
          </p:cNvPr>
          <p:cNvCxnSpPr>
            <a:cxnSpLocks/>
          </p:cNvCxnSpPr>
          <p:nvPr/>
        </p:nvCxnSpPr>
        <p:spPr>
          <a:xfrm>
            <a:off x="4165600" y="5984875"/>
            <a:ext cx="0" cy="276225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B4B3D4-CD2B-8EC7-810A-2016681E32B9}"/>
              </a:ext>
            </a:extLst>
          </p:cNvPr>
          <p:cNvCxnSpPr>
            <a:cxnSpLocks/>
          </p:cNvCxnSpPr>
          <p:nvPr/>
        </p:nvCxnSpPr>
        <p:spPr>
          <a:xfrm>
            <a:off x="4127500" y="6226175"/>
            <a:ext cx="368300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FE68B6D-5632-CA81-0D0E-B3A626FDB703}"/>
              </a:ext>
            </a:extLst>
          </p:cNvPr>
          <p:cNvCxnSpPr>
            <a:cxnSpLocks/>
          </p:cNvCxnSpPr>
          <p:nvPr/>
        </p:nvCxnSpPr>
        <p:spPr>
          <a:xfrm>
            <a:off x="4495800" y="5984875"/>
            <a:ext cx="0" cy="276225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6FB9DA0-4D7C-830A-59DA-1768A054F0F6}"/>
              </a:ext>
            </a:extLst>
          </p:cNvPr>
          <p:cNvCxnSpPr>
            <a:cxnSpLocks/>
          </p:cNvCxnSpPr>
          <p:nvPr/>
        </p:nvCxnSpPr>
        <p:spPr>
          <a:xfrm>
            <a:off x="4451350" y="5953125"/>
            <a:ext cx="954617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5203774-958A-58D9-EB86-D0D26FC9739D}"/>
              </a:ext>
            </a:extLst>
          </p:cNvPr>
          <p:cNvCxnSpPr>
            <a:cxnSpLocks/>
          </p:cNvCxnSpPr>
          <p:nvPr/>
        </p:nvCxnSpPr>
        <p:spPr>
          <a:xfrm>
            <a:off x="5405967" y="5913663"/>
            <a:ext cx="0" cy="276225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C13C90C-DB8F-3EBC-0E17-9E1EC4DEDB5A}"/>
              </a:ext>
            </a:extLst>
          </p:cNvPr>
          <p:cNvCxnSpPr>
            <a:cxnSpLocks/>
          </p:cNvCxnSpPr>
          <p:nvPr/>
        </p:nvCxnSpPr>
        <p:spPr>
          <a:xfrm>
            <a:off x="5372100" y="6189888"/>
            <a:ext cx="368300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E43D380-6141-6A24-D33D-CD3C014FF3D7}"/>
              </a:ext>
            </a:extLst>
          </p:cNvPr>
          <p:cNvCxnSpPr>
            <a:cxnSpLocks/>
          </p:cNvCxnSpPr>
          <p:nvPr/>
        </p:nvCxnSpPr>
        <p:spPr>
          <a:xfrm>
            <a:off x="5710767" y="5949950"/>
            <a:ext cx="0" cy="276225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067CC99-5821-61F8-DD82-F3FDCFC82E8B}"/>
              </a:ext>
            </a:extLst>
          </p:cNvPr>
          <p:cNvCxnSpPr>
            <a:cxnSpLocks/>
          </p:cNvCxnSpPr>
          <p:nvPr/>
        </p:nvCxnSpPr>
        <p:spPr>
          <a:xfrm>
            <a:off x="5677957" y="5949950"/>
            <a:ext cx="954617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6D00F30-576F-4A05-F242-30970A0BBB3C}"/>
              </a:ext>
            </a:extLst>
          </p:cNvPr>
          <p:cNvCxnSpPr>
            <a:cxnSpLocks/>
          </p:cNvCxnSpPr>
          <p:nvPr/>
        </p:nvCxnSpPr>
        <p:spPr>
          <a:xfrm>
            <a:off x="6662207" y="5913663"/>
            <a:ext cx="0" cy="276225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A2260EF-F7A6-D6FA-D862-D4645947B369}"/>
              </a:ext>
            </a:extLst>
          </p:cNvPr>
          <p:cNvCxnSpPr>
            <a:cxnSpLocks/>
          </p:cNvCxnSpPr>
          <p:nvPr/>
        </p:nvCxnSpPr>
        <p:spPr>
          <a:xfrm>
            <a:off x="6632574" y="6189888"/>
            <a:ext cx="254001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750FA6-FAAA-EE99-7940-DA438FCE393B}"/>
              </a:ext>
            </a:extLst>
          </p:cNvPr>
          <p:cNvCxnSpPr>
            <a:cxnSpLocks/>
          </p:cNvCxnSpPr>
          <p:nvPr/>
        </p:nvCxnSpPr>
        <p:spPr>
          <a:xfrm>
            <a:off x="6853767" y="5949950"/>
            <a:ext cx="0" cy="276225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9D36FDC-6EA3-48A1-23C6-7824D8AC4426}"/>
              </a:ext>
            </a:extLst>
          </p:cNvPr>
          <p:cNvCxnSpPr>
            <a:cxnSpLocks/>
          </p:cNvCxnSpPr>
          <p:nvPr/>
        </p:nvCxnSpPr>
        <p:spPr>
          <a:xfrm>
            <a:off x="6816724" y="5974292"/>
            <a:ext cx="1091143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1B7DA8A-541B-EB68-84E2-61115F183781}"/>
              </a:ext>
            </a:extLst>
          </p:cNvPr>
          <p:cNvCxnSpPr>
            <a:cxnSpLocks/>
          </p:cNvCxnSpPr>
          <p:nvPr/>
        </p:nvCxnSpPr>
        <p:spPr>
          <a:xfrm>
            <a:off x="7907867" y="5688280"/>
            <a:ext cx="0" cy="32517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4C09880-F098-0D98-BFA4-BA468B6F0266}"/>
              </a:ext>
            </a:extLst>
          </p:cNvPr>
          <p:cNvCxnSpPr>
            <a:cxnSpLocks/>
          </p:cNvCxnSpPr>
          <p:nvPr/>
        </p:nvCxnSpPr>
        <p:spPr>
          <a:xfrm>
            <a:off x="7874000" y="5688280"/>
            <a:ext cx="368300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4DE002A-2543-11D0-C740-190B4A10AEA0}"/>
              </a:ext>
            </a:extLst>
          </p:cNvPr>
          <p:cNvCxnSpPr>
            <a:cxnSpLocks/>
          </p:cNvCxnSpPr>
          <p:nvPr/>
        </p:nvCxnSpPr>
        <p:spPr>
          <a:xfrm>
            <a:off x="8242300" y="4999566"/>
            <a:ext cx="0" cy="719667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1DD4055-F33C-C443-619C-0D9DC6F5D990}"/>
              </a:ext>
            </a:extLst>
          </p:cNvPr>
          <p:cNvCxnSpPr>
            <a:cxnSpLocks/>
          </p:cNvCxnSpPr>
          <p:nvPr/>
        </p:nvCxnSpPr>
        <p:spPr>
          <a:xfrm>
            <a:off x="8242300" y="5039783"/>
            <a:ext cx="954617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04C1151-876A-6E4C-A326-C46FF6F7C164}"/>
              </a:ext>
            </a:extLst>
          </p:cNvPr>
          <p:cNvCxnSpPr>
            <a:cxnSpLocks/>
          </p:cNvCxnSpPr>
          <p:nvPr/>
        </p:nvCxnSpPr>
        <p:spPr>
          <a:xfrm>
            <a:off x="9165167" y="4830233"/>
            <a:ext cx="0" cy="20955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847D159-22CC-BB90-ABE6-35F8D465FAAA}"/>
              </a:ext>
            </a:extLst>
          </p:cNvPr>
          <p:cNvCxnSpPr>
            <a:cxnSpLocks/>
          </p:cNvCxnSpPr>
          <p:nvPr/>
        </p:nvCxnSpPr>
        <p:spPr>
          <a:xfrm>
            <a:off x="9128124" y="4830233"/>
            <a:ext cx="528109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9C053E0-66B1-1D46-3585-822CAFD7DFFC}"/>
              </a:ext>
            </a:extLst>
          </p:cNvPr>
          <p:cNvCxnSpPr>
            <a:cxnSpLocks/>
          </p:cNvCxnSpPr>
          <p:nvPr/>
        </p:nvCxnSpPr>
        <p:spPr>
          <a:xfrm>
            <a:off x="9614958" y="4819649"/>
            <a:ext cx="0" cy="273051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9D938C9-0625-6EF0-E4E6-7811233F2660}"/>
              </a:ext>
            </a:extLst>
          </p:cNvPr>
          <p:cNvCxnSpPr>
            <a:cxnSpLocks/>
          </p:cNvCxnSpPr>
          <p:nvPr/>
        </p:nvCxnSpPr>
        <p:spPr>
          <a:xfrm>
            <a:off x="9592564" y="5057513"/>
            <a:ext cx="766403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6828F317-515C-E82D-8900-CBB7A0BF56DE}"/>
              </a:ext>
            </a:extLst>
          </p:cNvPr>
          <p:cNvCxnSpPr>
            <a:cxnSpLocks/>
          </p:cNvCxnSpPr>
          <p:nvPr/>
        </p:nvCxnSpPr>
        <p:spPr>
          <a:xfrm>
            <a:off x="10358967" y="4819649"/>
            <a:ext cx="0" cy="26736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4357CD9-A515-C656-96CA-A8D6011C1932}"/>
              </a:ext>
            </a:extLst>
          </p:cNvPr>
          <p:cNvCxnSpPr>
            <a:cxnSpLocks/>
          </p:cNvCxnSpPr>
          <p:nvPr/>
        </p:nvCxnSpPr>
        <p:spPr>
          <a:xfrm>
            <a:off x="10307108" y="4860621"/>
            <a:ext cx="187325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A22D9EB-836E-E878-8F0F-7A7CE40F4C06}"/>
              </a:ext>
            </a:extLst>
          </p:cNvPr>
          <p:cNvCxnSpPr>
            <a:cxnSpLocks/>
          </p:cNvCxnSpPr>
          <p:nvPr/>
        </p:nvCxnSpPr>
        <p:spPr>
          <a:xfrm>
            <a:off x="10458027" y="2377440"/>
            <a:ext cx="0" cy="2483181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A73DE52-D639-6D05-E841-10CA7792EE41}"/>
              </a:ext>
            </a:extLst>
          </p:cNvPr>
          <p:cNvCxnSpPr>
            <a:cxnSpLocks/>
          </p:cNvCxnSpPr>
          <p:nvPr/>
        </p:nvCxnSpPr>
        <p:spPr>
          <a:xfrm flipH="1">
            <a:off x="1478280" y="2377440"/>
            <a:ext cx="8979747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010368B-4422-96F7-71BD-CD95CC80677A}"/>
              </a:ext>
            </a:extLst>
          </p:cNvPr>
          <p:cNvCxnSpPr>
            <a:cxnSpLocks/>
          </p:cNvCxnSpPr>
          <p:nvPr/>
        </p:nvCxnSpPr>
        <p:spPr>
          <a:xfrm flipV="1">
            <a:off x="1478280" y="2366405"/>
            <a:ext cx="0" cy="2494216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CD4ACB8-F51E-C55C-4C25-276CE55939BB}"/>
              </a:ext>
            </a:extLst>
          </p:cNvPr>
          <p:cNvCxnSpPr>
            <a:cxnSpLocks/>
          </p:cNvCxnSpPr>
          <p:nvPr/>
        </p:nvCxnSpPr>
        <p:spPr>
          <a:xfrm>
            <a:off x="1436749" y="4819649"/>
            <a:ext cx="368300" cy="0"/>
          </a:xfrm>
          <a:prstGeom prst="line">
            <a:avLst/>
          </a:prstGeom>
          <a:ln w="76200">
            <a:solidFill>
              <a:srgbClr val="05E5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E8AFA6-84B0-1177-117A-6CF63968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8932" y="1675609"/>
            <a:ext cx="365760" cy="365760"/>
          </a:xfrm>
        </p:spPr>
        <p:txBody>
          <a:bodyPr/>
          <a:lstStyle/>
          <a:p>
            <a:fld id="{7C61505D-2D42-43E1-9FAB-07462C1D5614}" type="slidenum">
              <a:rPr lang="en-US" smtClean="0"/>
              <a:t>30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A67999-1D55-4D54-E206-B037254CE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77331"/>
            <a:ext cx="7729728" cy="1080000"/>
          </a:xfrm>
        </p:spPr>
        <p:txBody>
          <a:bodyPr/>
          <a:lstStyle/>
          <a:p>
            <a:r>
              <a:rPr lang="en-US"/>
              <a:t>Critical path</a:t>
            </a:r>
          </a:p>
        </p:txBody>
      </p:sp>
    </p:spTree>
    <p:extLst>
      <p:ext uri="{BB962C8B-B14F-4D97-AF65-F5344CB8AC3E}">
        <p14:creationId xmlns:p14="http://schemas.microsoft.com/office/powerpoint/2010/main" val="66916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-2.22222E-6 L 0.02708 -0.00185 L 0.02708 0.03148 L 0.0875 0.03148 L 0.08854 0.07222 L 0.11614 0.07037 L 0.11614 0.03889 L 0.18489 0.03797 L 0.18437 0.06759 L 0.21145 0.06759 L 0.2125 0.03056 L 0.28593 0.03241 L 0.28593 0.06667 L 0.31093 0.06574 L 0.30989 0.02963 L 0.3901 0.02963 L 0.39114 0.06574 L 0.40573 0.06389 L 0.40416 0.03148 L 0.49114 0.03241 L 0.49218 -0.00926 L 0.51823 -0.01296 L 0.51979 -0.1037 L 0.59531 -0.10278 L 0.59531 -0.13426 L 0.63125 -0.13426 L 0.63229 -0.10278 L 0.6927 -0.10463 L 0.69218 -0.12963 L 0.70052 -0.13055 C 0.70065 -0.25231 0.70078 -0.37384 0.70091 -0.49537 L -0.03542 -0.49259 C -0.03529 -0.37407 -0.03516 -0.25555 -0.0349 -0.13703 L 0.00208 -0.13796 " pathEditMode="relative" rAng="0" ptsTypes="AAAAAAAAAAAAAAAAAAAAAAAAAAAAAAAAAA">
                                      <p:cBhvr>
                                        <p:cTn id="6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268" y="-2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1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10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10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0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10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100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10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1000"/>
                            </p:stCondLst>
                            <p:childTnLst>
                              <p:par>
                                <p:cTn id="6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1000"/>
                            </p:stCondLst>
                            <p:childTnLst>
                              <p:par>
                                <p:cTn id="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10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10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10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10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10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10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1000"/>
                            </p:stCondLst>
                            <p:childTnLst>
                              <p:par>
                                <p:cTn id="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10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10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1000"/>
                            </p:stCondLst>
                            <p:childTnLst>
                              <p:par>
                                <p:cTn id="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10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2C652-095C-787E-4773-B64C0F14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81309"/>
            <a:ext cx="7729728" cy="1080000"/>
          </a:xfrm>
        </p:spPr>
        <p:txBody>
          <a:bodyPr/>
          <a:lstStyle/>
          <a:p>
            <a:r>
              <a:rPr lang="en-US"/>
              <a:t>Simulation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0701-0A84-3AAC-FDD4-26B0D3593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802" y="2119745"/>
            <a:ext cx="11358012" cy="4738255"/>
          </a:xfrm>
        </p:spPr>
        <p:txBody>
          <a:bodyPr>
            <a:normAutofit fontScale="92500" lnSpcReduction="20000"/>
          </a:bodyPr>
          <a:lstStyle/>
          <a:p>
            <a:r>
              <a:rPr lang="en-US" sz="2400"/>
              <a:t>Memory:</a:t>
            </a:r>
          </a:p>
          <a:p>
            <a:pPr lvl="1"/>
            <a:r>
              <a:rPr lang="en-US" sz="1900"/>
              <a:t>When </a:t>
            </a:r>
            <a:r>
              <a:rPr lang="en-US" sz="1900" err="1"/>
              <a:t>wr_rq</a:t>
            </a:r>
            <a:r>
              <a:rPr lang="en-US" sz="1900"/>
              <a:t> = 1 and </a:t>
            </a:r>
            <a:r>
              <a:rPr lang="en-US" sz="1900" err="1"/>
              <a:t>wr_source</a:t>
            </a:r>
            <a:r>
              <a:rPr lang="en-US" sz="1900"/>
              <a:t> = 0, ensure that 128 numbers can be written sequentially into the memory over 128 clock cycles.</a:t>
            </a:r>
          </a:p>
          <a:p>
            <a:pPr lvl="1"/>
            <a:r>
              <a:rPr lang="en-US" sz="1900"/>
              <a:t> When </a:t>
            </a:r>
            <a:r>
              <a:rPr lang="en-US" sz="1900" err="1"/>
              <a:t>wr_rq</a:t>
            </a:r>
            <a:r>
              <a:rPr lang="en-US" sz="1900"/>
              <a:t> = 1 and </a:t>
            </a:r>
            <a:r>
              <a:rPr lang="en-US" sz="1900" err="1"/>
              <a:t>wr_source</a:t>
            </a:r>
            <a:r>
              <a:rPr lang="en-US" sz="1900"/>
              <a:t> = 0 ,verify cyclic writing within the memory , where the data from each register is written to the register with an index incremented by 4.</a:t>
            </a:r>
          </a:p>
          <a:p>
            <a:r>
              <a:rPr lang="en-US" sz="2400"/>
              <a:t>Distance calculator:</a:t>
            </a:r>
          </a:p>
          <a:p>
            <a:pPr lvl="1"/>
            <a:r>
              <a:rPr lang="en-US" sz="1900"/>
              <a:t>Write to the test point register and ensure that unintended writes to the register do not occur during operation.</a:t>
            </a:r>
            <a:br>
              <a:rPr lang="en-US" sz="1900"/>
            </a:br>
            <a:r>
              <a:rPr lang="en-US" sz="1900"/>
              <a:t>Verify that the module perform addition and subtraction correctly for both positive and negative numbers.</a:t>
            </a:r>
          </a:p>
          <a:p>
            <a:r>
              <a:rPr lang="en-US" sz="2400" err="1"/>
              <a:t>Bitonic</a:t>
            </a:r>
            <a:r>
              <a:rPr lang="en-US" sz="2400"/>
              <a:t> sort:</a:t>
            </a:r>
          </a:p>
          <a:p>
            <a:pPr lvl="1"/>
            <a:r>
              <a:rPr lang="en-US" sz="1900" err="1"/>
              <a:t>Initalize</a:t>
            </a:r>
            <a:r>
              <a:rPr lang="en-US" sz="1900"/>
              <a:t> the smallest data registers to their maximum possible values. than over 3 cycles, write 4 random numbers to the </a:t>
            </a:r>
            <a:r>
              <a:rPr lang="en-US" sz="1900" err="1"/>
              <a:t>data_registers</a:t>
            </a:r>
            <a:r>
              <a:rPr lang="en-US" sz="1900"/>
              <a:t> per cycle. </a:t>
            </a:r>
            <a:br>
              <a:rPr lang="en-US" sz="1900"/>
            </a:br>
            <a:r>
              <a:rPr lang="en-US" sz="1900"/>
              <a:t>Verify that, at the end of the process , the 5 smallest numbers are correctly stored in the </a:t>
            </a:r>
            <a:r>
              <a:rPr lang="en-US" sz="1900" err="1"/>
              <a:t>smallest_data_registers</a:t>
            </a:r>
            <a:r>
              <a:rPr lang="en-US" sz="1900"/>
              <a:t>.</a:t>
            </a:r>
          </a:p>
          <a:p>
            <a:r>
              <a:rPr lang="en-US" sz="2400"/>
              <a:t>Group Decider:</a:t>
            </a:r>
          </a:p>
          <a:p>
            <a:pPr lvl="1"/>
            <a:r>
              <a:rPr lang="en-US" sz="1900"/>
              <a:t>Verify that for each possible 5-bit input value (ranging from 0 to 31), the module correctly determines the </a:t>
            </a:r>
            <a:br>
              <a:rPr lang="en-US" sz="1900"/>
            </a:br>
            <a:r>
              <a:rPr lang="en-US" sz="1900"/>
              <a:t>group classification.</a:t>
            </a:r>
          </a:p>
          <a:p>
            <a:pPr lvl="1"/>
            <a:endParaRPr lang="en-US" sz="1800"/>
          </a:p>
          <a:p>
            <a:pPr marL="228600" lvl="1" indent="0">
              <a:buNone/>
            </a:pPr>
            <a:endParaRPr lang="en-US" sz="1800"/>
          </a:p>
          <a:p>
            <a:pPr marL="228600" lvl="1" indent="0">
              <a:buNone/>
            </a:pPr>
            <a:endParaRPr lang="en-US" sz="1800"/>
          </a:p>
        </p:txBody>
      </p:sp>
      <p:pic>
        <p:nvPicPr>
          <p:cNvPr id="4" name="Picture 3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DC23B0A0-0900-F7DD-C0DE-3F95F8A41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22522"/>
            <a:ext cx="3981779" cy="777507"/>
          </a:xfrm>
          <a:prstGeom prst="rect">
            <a:avLst/>
          </a:prstGeom>
        </p:spPr>
      </p:pic>
      <p:pic>
        <p:nvPicPr>
          <p:cNvPr id="5" name="Picture 4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60850C85-0C5D-4023-CCFF-5ECE0AF4F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10632"/>
            <a:ext cx="1581150" cy="889397"/>
          </a:xfrm>
          <a:prstGeom prst="rect">
            <a:avLst/>
          </a:prstGeom>
        </p:spPr>
      </p:pic>
      <p:pic>
        <p:nvPicPr>
          <p:cNvPr id="6" name="Picture 5" descr="A logo with colorful squares&#10;&#10;Description automatically generated">
            <a:extLst>
              <a:ext uri="{FF2B5EF4-FFF2-40B4-BE49-F238E27FC236}">
                <a16:creationId xmlns:a16="http://schemas.microsoft.com/office/drawing/2014/main" id="{667455CE-84CB-6CF9-F2FA-ABC29B879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10633"/>
            <a:ext cx="2919227" cy="88939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FA90A-F240-DD92-CBEB-6672963B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30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ED15-A65B-BFB3-3C43-9C2CF56F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14E1-CD30-F012-2B77-5B5E41C44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5756" y="2250694"/>
            <a:ext cx="10703814" cy="4607306"/>
          </a:xfrm>
        </p:spPr>
        <p:txBody>
          <a:bodyPr>
            <a:normAutofit/>
          </a:bodyPr>
          <a:lstStyle/>
          <a:p>
            <a:r>
              <a:rPr lang="en-US" sz="2200"/>
              <a:t>Top chip:</a:t>
            </a:r>
          </a:p>
          <a:p>
            <a:pPr lvl="1"/>
            <a:r>
              <a:rPr lang="en-US" sz="1800"/>
              <a:t>Insert 128 training points, followed by 1 test point either immediately or after a defined interval.</a:t>
            </a:r>
          </a:p>
          <a:p>
            <a:pPr lvl="1"/>
            <a:r>
              <a:rPr lang="en-US" sz="1800"/>
              <a:t>Insert a test point, followed by 128 training point either immediately or after a specified delay.</a:t>
            </a:r>
          </a:p>
          <a:p>
            <a:pPr lvl="1"/>
            <a:r>
              <a:rPr lang="en-US" sz="1800"/>
              <a:t>Insert fewer than 128 training points, followed by a test point, and then remaining training points.</a:t>
            </a:r>
          </a:p>
          <a:p>
            <a:pPr lvl="1"/>
            <a:r>
              <a:rPr lang="en-US" sz="1800"/>
              <a:t>Ensure that upon entering the </a:t>
            </a:r>
            <a:r>
              <a:rPr lang="en-US" sz="1800" err="1"/>
              <a:t>knn_finished</a:t>
            </a:r>
            <a:r>
              <a:rPr lang="en-US" sz="1800"/>
              <a:t> state, receiving a train or test point triggers the correct sequence execution.</a:t>
            </a:r>
          </a:p>
          <a:p>
            <a:pPr lvl="1"/>
            <a:r>
              <a:rPr lang="en-US" sz="1800"/>
              <a:t>Insert over 128 training points</a:t>
            </a:r>
          </a:p>
          <a:p>
            <a:pPr lvl="1"/>
            <a:r>
              <a:rPr lang="en-US" sz="1800"/>
              <a:t>Ensure train/test point insertion is ignored while in sort state.</a:t>
            </a:r>
          </a:p>
          <a:p>
            <a:pPr lvl="1"/>
            <a:r>
              <a:rPr lang="en-US" sz="1800"/>
              <a:t>In the </a:t>
            </a:r>
            <a:r>
              <a:rPr lang="en-US" sz="1800" err="1"/>
              <a:t>knn_finished</a:t>
            </a:r>
            <a:r>
              <a:rPr lang="en-US" sz="1800"/>
              <a:t> state, on </a:t>
            </a:r>
            <a:r>
              <a:rPr lang="en-US" sz="1800" err="1"/>
              <a:t>train_points_update</a:t>
            </a:r>
            <a:r>
              <a:rPr lang="en-US" sz="1800"/>
              <a:t>, we switch to idle to allow another 128-training point.</a:t>
            </a:r>
            <a:br>
              <a:rPr lang="en-US" sz="1800"/>
            </a:br>
            <a:r>
              <a:rPr lang="en-US" sz="1800"/>
              <a:t>And if a test point is also received ,we write it to the test point regs.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marL="228600" lvl="1" indent="0">
              <a:buNone/>
            </a:pPr>
            <a:endParaRPr lang="en-US"/>
          </a:p>
          <a:p>
            <a:pPr marL="228600" lvl="1" indent="0">
              <a:buNone/>
            </a:pP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4AFD08F-0AA0-FADA-D559-13C93FD9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81309"/>
            <a:ext cx="7729728" cy="1080000"/>
          </a:xfrm>
        </p:spPr>
        <p:txBody>
          <a:bodyPr/>
          <a:lstStyle/>
          <a:p>
            <a:r>
              <a:rPr lang="en-US"/>
              <a:t>Simulation tests</a:t>
            </a:r>
          </a:p>
        </p:txBody>
      </p:sp>
      <p:pic>
        <p:nvPicPr>
          <p:cNvPr id="10" name="Picture 9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A8F983C3-AECD-5083-4E56-60617C0166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22522"/>
            <a:ext cx="3981779" cy="777507"/>
          </a:xfrm>
          <a:prstGeom prst="rect">
            <a:avLst/>
          </a:prstGeom>
        </p:spPr>
      </p:pic>
      <p:pic>
        <p:nvPicPr>
          <p:cNvPr id="11" name="Picture 10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39C5829B-B0A7-81DB-0E00-F1DA43570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10632"/>
            <a:ext cx="1581150" cy="889397"/>
          </a:xfrm>
          <a:prstGeom prst="rect">
            <a:avLst/>
          </a:prstGeom>
        </p:spPr>
      </p:pic>
      <p:pic>
        <p:nvPicPr>
          <p:cNvPr id="12" name="Picture 11" descr="A logo with colorful squares&#10;&#10;Description automatically generated">
            <a:extLst>
              <a:ext uri="{FF2B5EF4-FFF2-40B4-BE49-F238E27FC236}">
                <a16:creationId xmlns:a16="http://schemas.microsoft.com/office/drawing/2014/main" id="{485F8B0E-BD5A-DDFB-0860-848E2EA8C9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10633"/>
            <a:ext cx="2919227" cy="8893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75029B-CDDD-6EA4-1031-49CE6882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69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59AA3-E8D9-D113-B2EA-EFE097880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8291" y="2475087"/>
            <a:ext cx="7729728" cy="3101983"/>
          </a:xfrm>
        </p:spPr>
        <p:txBody>
          <a:bodyPr>
            <a:normAutofit/>
          </a:bodyPr>
          <a:lstStyle/>
          <a:p>
            <a:r>
              <a:rPr lang="en-US" sz="2400"/>
              <a:t>Synthesis (Include DFT) </a:t>
            </a:r>
          </a:p>
          <a:p>
            <a:r>
              <a:rPr lang="en-US" sz="2400"/>
              <a:t>Physical design</a:t>
            </a:r>
          </a:p>
          <a:p>
            <a:r>
              <a:rPr lang="en-US" sz="2400" err="1"/>
              <a:t>Tapeout</a:t>
            </a:r>
            <a:r>
              <a:rPr lang="en-US" sz="2400"/>
              <a:t> (18.6.25)</a:t>
            </a:r>
          </a:p>
          <a:p>
            <a:r>
              <a:rPr lang="en-US" sz="2400"/>
              <a:t>Post-Silicon testing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F2A9920-A7DA-69B6-F4A7-952D20203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081309"/>
            <a:ext cx="7729728" cy="1080000"/>
          </a:xfrm>
        </p:spPr>
        <p:txBody>
          <a:bodyPr>
            <a:normAutofit fontScale="90000"/>
          </a:bodyPr>
          <a:lstStyle/>
          <a:p>
            <a:br>
              <a:rPr lang="en-US"/>
            </a:br>
            <a:r>
              <a:rPr lang="en-US"/>
              <a:t>Milestones Ahead</a:t>
            </a:r>
            <a:br>
              <a:rPr lang="en-US"/>
            </a:br>
            <a:endParaRPr lang="en-US"/>
          </a:p>
        </p:txBody>
      </p:sp>
      <p:pic>
        <p:nvPicPr>
          <p:cNvPr id="9" name="Picture 8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C8803A23-A288-58EF-8402-E34711B12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22522"/>
            <a:ext cx="3981779" cy="777507"/>
          </a:xfrm>
          <a:prstGeom prst="rect">
            <a:avLst/>
          </a:prstGeom>
        </p:spPr>
      </p:pic>
      <p:pic>
        <p:nvPicPr>
          <p:cNvPr id="10" name="Picture 9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6EF5A302-2F1F-4D7A-D16B-FFA9ADF45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10632"/>
            <a:ext cx="1581150" cy="889397"/>
          </a:xfrm>
          <a:prstGeom prst="rect">
            <a:avLst/>
          </a:prstGeom>
        </p:spPr>
      </p:pic>
      <p:pic>
        <p:nvPicPr>
          <p:cNvPr id="11" name="Picture 10" descr="A logo with colorful squares&#10;&#10;Description automatically generated">
            <a:extLst>
              <a:ext uri="{FF2B5EF4-FFF2-40B4-BE49-F238E27FC236}">
                <a16:creationId xmlns:a16="http://schemas.microsoft.com/office/drawing/2014/main" id="{72C5C238-60B7-4393-E3E3-FEF940132F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10633"/>
            <a:ext cx="2919227" cy="8893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343024-10A7-58E2-44EA-1A6E4A7B3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6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87604-3B30-4EE4-EC4C-9C184C0D2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7D4C9CC-121A-EEF2-08DB-B47F807233A9}"/>
              </a:ext>
            </a:extLst>
          </p:cNvPr>
          <p:cNvSpPr txBox="1">
            <a:spLocks/>
          </p:cNvSpPr>
          <p:nvPr/>
        </p:nvSpPr>
        <p:spPr>
          <a:xfrm>
            <a:off x="2231136" y="2752344"/>
            <a:ext cx="7729728" cy="310198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200">
                <a:solidFill>
                  <a:schemeClr val="bg1"/>
                </a:solidFill>
              </a:rPr>
              <a:t>THANK YOU!</a:t>
            </a:r>
          </a:p>
        </p:txBody>
      </p:sp>
      <p:pic>
        <p:nvPicPr>
          <p:cNvPr id="2" name="Picture 1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44967196-9ED2-2EC8-C205-360F284140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2" y="122522"/>
            <a:ext cx="3981779" cy="777507"/>
          </a:xfrm>
          <a:prstGeom prst="rect">
            <a:avLst/>
          </a:prstGeom>
        </p:spPr>
      </p:pic>
      <p:pic>
        <p:nvPicPr>
          <p:cNvPr id="3" name="Picture 2" descr="A black apple logo with a bite taken out of it&#10;&#10;Description automatically generated">
            <a:extLst>
              <a:ext uri="{FF2B5EF4-FFF2-40B4-BE49-F238E27FC236}">
                <a16:creationId xmlns:a16="http://schemas.microsoft.com/office/drawing/2014/main" id="{427BBEFF-FD8D-6DDA-8B48-1F89F44F8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5425" y="10632"/>
            <a:ext cx="1581150" cy="889397"/>
          </a:xfrm>
          <a:prstGeom prst="rect">
            <a:avLst/>
          </a:prstGeom>
        </p:spPr>
      </p:pic>
      <p:pic>
        <p:nvPicPr>
          <p:cNvPr id="4" name="Picture 3" descr="A logo with colorful squares&#10;&#10;Description automatically generated">
            <a:extLst>
              <a:ext uri="{FF2B5EF4-FFF2-40B4-BE49-F238E27FC236}">
                <a16:creationId xmlns:a16="http://schemas.microsoft.com/office/drawing/2014/main" id="{3F332417-34F5-867E-B371-4AC002630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73" y="10633"/>
            <a:ext cx="2919227" cy="8893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D5C5E-A2F2-141D-333D-7C9ED80CE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1505D-2D42-43E1-9FAB-07462C1D561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691602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0</TotalTime>
  <Words>854</Words>
  <Application>Microsoft Office PowerPoint</Application>
  <PresentationFormat>Widescreen</PresentationFormat>
  <Paragraphs>160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Cambria Math</vt:lpstr>
      <vt:lpstr>Gill Sans MT</vt:lpstr>
      <vt:lpstr>Parcel</vt:lpstr>
      <vt:lpstr>KNN Classifier Accelerator</vt:lpstr>
      <vt:lpstr>Outline</vt:lpstr>
      <vt:lpstr>KNN Algorithm- Introduction</vt:lpstr>
      <vt:lpstr>KNN Algorithm- Example</vt:lpstr>
      <vt:lpstr>KNN Algorithm- Example</vt:lpstr>
      <vt:lpstr>KNN Algorithm- Example</vt:lpstr>
      <vt:lpstr>PowerPoint Presentation</vt:lpstr>
      <vt:lpstr>KNN Algorithm- Steps</vt:lpstr>
      <vt:lpstr>Project’s Requirements and Specifications</vt:lpstr>
      <vt:lpstr>Project’s Requirements and Specifications</vt:lpstr>
      <vt:lpstr> Progress Review: Stages Covered </vt:lpstr>
      <vt:lpstr>PowerPoint Presentation</vt:lpstr>
      <vt:lpstr>Top Level Architecture</vt:lpstr>
      <vt:lpstr>Memory – option 1</vt:lpstr>
      <vt:lpstr>Memory – option 2</vt:lpstr>
      <vt:lpstr>Distance calculator</vt:lpstr>
      <vt:lpstr>Sort – option 1</vt:lpstr>
      <vt:lpstr>Sort – option 2</vt:lpstr>
      <vt:lpstr>Bitonic Sort – example </vt:lpstr>
      <vt:lpstr>Bitonic Sort</vt:lpstr>
      <vt:lpstr>Bitonic Sort – phase 1</vt:lpstr>
      <vt:lpstr>Bitonic Sort –PHASE 1</vt:lpstr>
      <vt:lpstr>Bitonic Sort – phase 2</vt:lpstr>
      <vt:lpstr>Bitonic Sort –PHASE 2</vt:lpstr>
      <vt:lpstr>Bitonic Sort – phase 3</vt:lpstr>
      <vt:lpstr>PowerPoint Presentation</vt:lpstr>
      <vt:lpstr>Group DECIDER</vt:lpstr>
      <vt:lpstr>CONTROLLER</vt:lpstr>
      <vt:lpstr>Waveform diagram </vt:lpstr>
      <vt:lpstr>Critical path</vt:lpstr>
      <vt:lpstr>Simulation tests</vt:lpstr>
      <vt:lpstr>Simulation tests</vt:lpstr>
      <vt:lpstr> Milestones Ahead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Katz</dc:creator>
  <cp:lastModifiedBy>Dan Katz</cp:lastModifiedBy>
  <cp:revision>1</cp:revision>
  <dcterms:created xsi:type="dcterms:W3CDTF">2025-01-11T15:57:58Z</dcterms:created>
  <dcterms:modified xsi:type="dcterms:W3CDTF">2025-06-16T10:18:09Z</dcterms:modified>
</cp:coreProperties>
</file>